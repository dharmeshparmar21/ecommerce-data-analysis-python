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85" r:id="rId3"/>
    <p:sldMasterId id="2147483697" r:id="rId4"/>
  </p:sldMasterIdLst>
  <p:sldIdLst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87DA9E-49B5-48FE-A168-94EFA05A712C}" v="14" dt="2025-04-29T17:05:04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rmesh Parmar" userId="83e4f60b6bc2a0ac" providerId="LiveId" clId="{6087DA9E-49B5-48FE-A168-94EFA05A712C}"/>
    <pc:docChg chg="undo custSel modSld addMainMaster delMainMaster modMainMaster">
      <pc:chgData name="Dharmesh Parmar" userId="83e4f60b6bc2a0ac" providerId="LiveId" clId="{6087DA9E-49B5-48FE-A168-94EFA05A712C}" dt="2025-04-29T17:05:07.049" v="157" actId="34135"/>
      <pc:docMkLst>
        <pc:docMk/>
      </pc:docMkLst>
      <pc:sldChg chg="addSp delSp modSp mod delDesignElem">
        <pc:chgData name="Dharmesh Parmar" userId="83e4f60b6bc2a0ac" providerId="LiveId" clId="{6087DA9E-49B5-48FE-A168-94EFA05A712C}" dt="2025-04-29T17:04:27.723" v="146" actId="34135"/>
        <pc:sldMkLst>
          <pc:docMk/>
          <pc:sldMk cId="1125052223" sldId="257"/>
        </pc:sldMkLst>
        <pc:spChg chg="mod">
          <ac:chgData name="Dharmesh Parmar" userId="83e4f60b6bc2a0ac" providerId="LiveId" clId="{6087DA9E-49B5-48FE-A168-94EFA05A712C}" dt="2025-04-29T17:00:03.632" v="104"/>
          <ac:spMkLst>
            <pc:docMk/>
            <pc:sldMk cId="1125052223" sldId="257"/>
            <ac:spMk id="2" creationId="{30972D49-F98F-0F43-665E-9C83C54A2DCD}"/>
          </ac:spMkLst>
        </pc:spChg>
        <pc:spChg chg="mod">
          <ac:chgData name="Dharmesh Parmar" userId="83e4f60b6bc2a0ac" providerId="LiveId" clId="{6087DA9E-49B5-48FE-A168-94EFA05A712C}" dt="2025-04-29T17:00:03.632" v="104"/>
          <ac:spMkLst>
            <pc:docMk/>
            <pc:sldMk cId="1125052223" sldId="257"/>
            <ac:spMk id="3" creationId="{C777F24E-2BEF-5125-7F76-0DFE059F184D}"/>
          </ac:spMkLst>
        </pc:spChg>
        <pc:spChg chg="add mod">
          <ac:chgData name="Dharmesh Parmar" userId="83e4f60b6bc2a0ac" providerId="LiveId" clId="{6087DA9E-49B5-48FE-A168-94EFA05A712C}" dt="2025-04-29T17:04:27.723" v="146" actId="34135"/>
          <ac:spMkLst>
            <pc:docMk/>
            <pc:sldMk cId="1125052223" sldId="257"/>
            <ac:spMk id="4" creationId="{06B43EFA-55A7-D990-4C25-55CF5894C174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1125052223" sldId="257"/>
            <ac:spMk id="28" creationId="{4D24BFD5-D814-402B-B6C4-EEF6AE14B0F2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1125052223" sldId="257"/>
            <ac:spMk id="29" creationId="{36FED7E8-9A97-475F-9FA4-113410D4433B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1125052223" sldId="257"/>
            <ac:spMk id="30" creationId="{2A39B854-4B6C-4F7F-A602-6F97770CED70}"/>
          </ac:spMkLst>
        </pc:spChg>
      </pc:sldChg>
      <pc:sldChg chg="addSp delSp modSp mod delDesignElem">
        <pc:chgData name="Dharmesh Parmar" userId="83e4f60b6bc2a0ac" providerId="LiveId" clId="{6087DA9E-49B5-48FE-A168-94EFA05A712C}" dt="2025-04-29T17:04:41.533" v="149" actId="34135"/>
        <pc:sldMkLst>
          <pc:docMk/>
          <pc:sldMk cId="4255699283" sldId="258"/>
        </pc:sldMkLst>
        <pc:spChg chg="mod">
          <ac:chgData name="Dharmesh Parmar" userId="83e4f60b6bc2a0ac" providerId="LiveId" clId="{6087DA9E-49B5-48FE-A168-94EFA05A712C}" dt="2025-04-29T17:00:03.632" v="104"/>
          <ac:spMkLst>
            <pc:docMk/>
            <pc:sldMk cId="4255699283" sldId="258"/>
            <ac:spMk id="2" creationId="{9F46D665-C403-DD61-1D76-EA44C83FE2D8}"/>
          </ac:spMkLst>
        </pc:spChg>
        <pc:spChg chg="add mod">
          <ac:chgData name="Dharmesh Parmar" userId="83e4f60b6bc2a0ac" providerId="LiveId" clId="{6087DA9E-49B5-48FE-A168-94EFA05A712C}" dt="2025-04-29T17:04:41.533" v="149" actId="34135"/>
          <ac:spMkLst>
            <pc:docMk/>
            <pc:sldMk cId="4255699283" sldId="258"/>
            <ac:spMk id="3" creationId="{2067987E-D0F2-917F-AF1E-D7FFDB67E088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4255699283" sldId="258"/>
            <ac:spMk id="19" creationId="{C2554CA6-288E-4202-BC52-2E5A8F0C0AED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4255699283" sldId="258"/>
            <ac:spMk id="21" creationId="{B10BB131-AC8E-4A8E-A5D1-36260F720C3B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4255699283" sldId="258"/>
            <ac:spMk id="23" creationId="{5B7778FC-632E-4DCA-A7CB-0D7731CCF970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4255699283" sldId="258"/>
            <ac:spMk id="25" creationId="{FA23A907-97FB-4A8F-880A-DD77401C4296}"/>
          </ac:spMkLst>
        </pc:spChg>
        <pc:spChg chg="mod">
          <ac:chgData name="Dharmesh Parmar" userId="83e4f60b6bc2a0ac" providerId="LiveId" clId="{6087DA9E-49B5-48FE-A168-94EFA05A712C}" dt="2025-04-29T17:00:03.632" v="104"/>
          <ac:spMkLst>
            <pc:docMk/>
            <pc:sldMk cId="4255699283" sldId="258"/>
            <ac:spMk id="36" creationId="{312B1B96-2C23-522E-15D0-94E124096A2C}"/>
          </ac:spMkLst>
        </pc:spChg>
      </pc:sldChg>
      <pc:sldChg chg="addSp delSp modSp mod delDesignElem">
        <pc:chgData name="Dharmesh Parmar" userId="83e4f60b6bc2a0ac" providerId="LiveId" clId="{6087DA9E-49B5-48FE-A168-94EFA05A712C}" dt="2025-04-29T17:04:49.687" v="151" actId="34135"/>
        <pc:sldMkLst>
          <pc:docMk/>
          <pc:sldMk cId="767472857" sldId="259"/>
        </pc:sldMkLst>
        <pc:spChg chg="mod">
          <ac:chgData name="Dharmesh Parmar" userId="83e4f60b6bc2a0ac" providerId="LiveId" clId="{6087DA9E-49B5-48FE-A168-94EFA05A712C}" dt="2025-04-29T17:00:03.632" v="104"/>
          <ac:spMkLst>
            <pc:docMk/>
            <pc:sldMk cId="767472857" sldId="259"/>
            <ac:spMk id="2" creationId="{0AF2266B-D40D-0D07-9A22-59531C48A7F7}"/>
          </ac:spMkLst>
        </pc:spChg>
        <pc:spChg chg="mod">
          <ac:chgData name="Dharmesh Parmar" userId="83e4f60b6bc2a0ac" providerId="LiveId" clId="{6087DA9E-49B5-48FE-A168-94EFA05A712C}" dt="2025-04-29T17:00:03.632" v="104"/>
          <ac:spMkLst>
            <pc:docMk/>
            <pc:sldMk cId="767472857" sldId="259"/>
            <ac:spMk id="3" creationId="{58DFA3BD-17BA-DA5B-0122-2DB3AA476F27}"/>
          </ac:spMkLst>
        </pc:spChg>
        <pc:spChg chg="add mod">
          <ac:chgData name="Dharmesh Parmar" userId="83e4f60b6bc2a0ac" providerId="LiveId" clId="{6087DA9E-49B5-48FE-A168-94EFA05A712C}" dt="2025-04-29T17:04:49.687" v="151" actId="34135"/>
          <ac:spMkLst>
            <pc:docMk/>
            <pc:sldMk cId="767472857" sldId="259"/>
            <ac:spMk id="4" creationId="{55E27B6B-61B1-1506-1032-49A2FDFA35A9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767472857" sldId="259"/>
            <ac:spMk id="9" creationId="{3ECBE1F1-D69B-4AFA-ABD5-8E41720EF6DE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767472857" sldId="259"/>
            <ac:spMk id="11" creationId="{603A6265-E10C-4B85-9C20-E75FCAF9CC63}"/>
          </ac:spMkLst>
        </pc:spChg>
        <pc:picChg chg="mod">
          <ac:chgData name="Dharmesh Parmar" userId="83e4f60b6bc2a0ac" providerId="LiveId" clId="{6087DA9E-49B5-48FE-A168-94EFA05A712C}" dt="2025-04-29T17:00:03.632" v="104"/>
          <ac:picMkLst>
            <pc:docMk/>
            <pc:sldMk cId="767472857" sldId="259"/>
            <ac:picMk id="5" creationId="{AB9C087D-8B7B-DB7B-782C-93E4F34155D1}"/>
          </ac:picMkLst>
        </pc:picChg>
      </pc:sldChg>
      <pc:sldChg chg="addSp delSp modSp mod delDesignElem">
        <pc:chgData name="Dharmesh Parmar" userId="83e4f60b6bc2a0ac" providerId="LiveId" clId="{6087DA9E-49B5-48FE-A168-94EFA05A712C}" dt="2025-04-29T17:04:56.401" v="153" actId="34135"/>
        <pc:sldMkLst>
          <pc:docMk/>
          <pc:sldMk cId="2270975936" sldId="260"/>
        </pc:sldMkLst>
        <pc:spChg chg="mod">
          <ac:chgData name="Dharmesh Parmar" userId="83e4f60b6bc2a0ac" providerId="LiveId" clId="{6087DA9E-49B5-48FE-A168-94EFA05A712C}" dt="2025-04-29T17:00:03.632" v="104"/>
          <ac:spMkLst>
            <pc:docMk/>
            <pc:sldMk cId="2270975936" sldId="260"/>
            <ac:spMk id="2" creationId="{5C26D1E3-799D-F52F-3B22-5B25BCC4A1D8}"/>
          </ac:spMkLst>
        </pc:spChg>
        <pc:spChg chg="add mod">
          <ac:chgData name="Dharmesh Parmar" userId="83e4f60b6bc2a0ac" providerId="LiveId" clId="{6087DA9E-49B5-48FE-A168-94EFA05A712C}" dt="2025-04-29T17:04:56.401" v="153" actId="34135"/>
          <ac:spMkLst>
            <pc:docMk/>
            <pc:sldMk cId="2270975936" sldId="260"/>
            <ac:spMk id="3" creationId="{19181ED1-CE4A-2B1A-B423-1A6789417319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2270975936" sldId="260"/>
            <ac:spMk id="9" creationId="{AE2B703B-46F9-481A-A605-82E2A828C4FA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2270975936" sldId="260"/>
            <ac:spMk id="11" creationId="{F13BE4D7-0C3D-4906-B230-A1C5B4665CCF}"/>
          </ac:spMkLst>
        </pc:spChg>
        <pc:graphicFrameChg chg="mod">
          <ac:chgData name="Dharmesh Parmar" userId="83e4f60b6bc2a0ac" providerId="LiveId" clId="{6087DA9E-49B5-48FE-A168-94EFA05A712C}" dt="2025-04-29T17:00:03.632" v="104"/>
          <ac:graphicFrameMkLst>
            <pc:docMk/>
            <pc:sldMk cId="2270975936" sldId="260"/>
            <ac:graphicFrameMk id="5" creationId="{E0235A2A-0F96-7D90-EEAE-7C41ACDD29C4}"/>
          </ac:graphicFrameMkLst>
        </pc:graphicFrameChg>
      </pc:sldChg>
      <pc:sldChg chg="addSp delSp modSp mod delDesignElem">
        <pc:chgData name="Dharmesh Parmar" userId="83e4f60b6bc2a0ac" providerId="LiveId" clId="{6087DA9E-49B5-48FE-A168-94EFA05A712C}" dt="2025-04-29T17:05:01.795" v="155" actId="34135"/>
        <pc:sldMkLst>
          <pc:docMk/>
          <pc:sldMk cId="3212303742" sldId="261"/>
        </pc:sldMkLst>
        <pc:spChg chg="mod">
          <ac:chgData name="Dharmesh Parmar" userId="83e4f60b6bc2a0ac" providerId="LiveId" clId="{6087DA9E-49B5-48FE-A168-94EFA05A712C}" dt="2025-04-29T17:00:03.632" v="104"/>
          <ac:spMkLst>
            <pc:docMk/>
            <pc:sldMk cId="3212303742" sldId="261"/>
            <ac:spMk id="2" creationId="{09C1E071-3B8D-FE0E-A329-5E59BFE07039}"/>
          </ac:spMkLst>
        </pc:spChg>
        <pc:spChg chg="mod">
          <ac:chgData name="Dharmesh Parmar" userId="83e4f60b6bc2a0ac" providerId="LiveId" clId="{6087DA9E-49B5-48FE-A168-94EFA05A712C}" dt="2025-04-29T17:00:03.632" v="104"/>
          <ac:spMkLst>
            <pc:docMk/>
            <pc:sldMk cId="3212303742" sldId="261"/>
            <ac:spMk id="3" creationId="{2EEA68ED-DF50-F8AB-24E9-C1AE14401EC5}"/>
          </ac:spMkLst>
        </pc:spChg>
        <pc:spChg chg="add mod">
          <ac:chgData name="Dharmesh Parmar" userId="83e4f60b6bc2a0ac" providerId="LiveId" clId="{6087DA9E-49B5-48FE-A168-94EFA05A712C}" dt="2025-04-29T17:05:01.795" v="155" actId="34135"/>
          <ac:spMkLst>
            <pc:docMk/>
            <pc:sldMk cId="3212303742" sldId="261"/>
            <ac:spMk id="4" creationId="{950A4928-4C63-832E-F59B-FDFFAAB663E2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3212303742" sldId="261"/>
            <ac:spMk id="8" creationId="{C05CBC3C-2E5A-4839-8B9B-2E5A6ADF0F58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3212303742" sldId="261"/>
            <ac:spMk id="10" creationId="{827FF362-FC97-4BF5-949B-D4ADFA26E457}"/>
          </ac:spMkLst>
        </pc:spChg>
      </pc:sldChg>
      <pc:sldChg chg="addSp delSp modSp mod delDesignElem">
        <pc:chgData name="Dharmesh Parmar" userId="83e4f60b6bc2a0ac" providerId="LiveId" clId="{6087DA9E-49B5-48FE-A168-94EFA05A712C}" dt="2025-04-29T17:05:07.049" v="157" actId="34135"/>
        <pc:sldMkLst>
          <pc:docMk/>
          <pc:sldMk cId="2667586560" sldId="262"/>
        </pc:sldMkLst>
        <pc:spChg chg="mod">
          <ac:chgData name="Dharmesh Parmar" userId="83e4f60b6bc2a0ac" providerId="LiveId" clId="{6087DA9E-49B5-48FE-A168-94EFA05A712C}" dt="2025-04-29T17:00:03.632" v="104"/>
          <ac:spMkLst>
            <pc:docMk/>
            <pc:sldMk cId="2667586560" sldId="262"/>
            <ac:spMk id="2" creationId="{246C97E5-CBB8-FC86-0F5B-9D201BACCF4B}"/>
          </ac:spMkLst>
        </pc:spChg>
        <pc:spChg chg="mod">
          <ac:chgData name="Dharmesh Parmar" userId="83e4f60b6bc2a0ac" providerId="LiveId" clId="{6087DA9E-49B5-48FE-A168-94EFA05A712C}" dt="2025-04-29T17:00:03.632" v="104"/>
          <ac:spMkLst>
            <pc:docMk/>
            <pc:sldMk cId="2667586560" sldId="262"/>
            <ac:spMk id="3" creationId="{117B3097-7853-8559-83DD-401B86DA5B54}"/>
          </ac:spMkLst>
        </pc:spChg>
        <pc:spChg chg="add mod">
          <ac:chgData name="Dharmesh Parmar" userId="83e4f60b6bc2a0ac" providerId="LiveId" clId="{6087DA9E-49B5-48FE-A168-94EFA05A712C}" dt="2025-04-29T17:05:07.049" v="157" actId="34135"/>
          <ac:spMkLst>
            <pc:docMk/>
            <pc:sldMk cId="2667586560" sldId="262"/>
            <ac:spMk id="4" creationId="{7CDF1DC6-EC8A-A56C-76B5-97913D63DC29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2667586560" sldId="262"/>
            <ac:spMk id="9" creationId="{C0763A76-9F1C-4FC5-82B7-DD475DA461B2}"/>
          </ac:spMkLst>
        </pc:spChg>
        <pc:spChg chg="add del mod">
          <ac:chgData name="Dharmesh Parmar" userId="83e4f60b6bc2a0ac" providerId="LiveId" clId="{6087DA9E-49B5-48FE-A168-94EFA05A712C}" dt="2025-04-29T17:00:03.632" v="104"/>
          <ac:spMkLst>
            <pc:docMk/>
            <pc:sldMk cId="2667586560" sldId="262"/>
            <ac:spMk id="11" creationId="{E81BF4F6-F2CF-4984-9D14-D6966D92F99F}"/>
          </ac:spMkLst>
        </pc:spChg>
        <pc:picChg chg="mod">
          <ac:chgData name="Dharmesh Parmar" userId="83e4f60b6bc2a0ac" providerId="LiveId" clId="{6087DA9E-49B5-48FE-A168-94EFA05A712C}" dt="2025-04-29T17:00:03.632" v="104"/>
          <ac:picMkLst>
            <pc:docMk/>
            <pc:sldMk cId="2667586560" sldId="262"/>
            <ac:picMk id="5" creationId="{57EDFACA-EF3D-9F8D-CADA-8E350EE88BC8}"/>
          </ac:picMkLst>
        </pc:picChg>
      </pc:sldChg>
      <pc:sldMasterChg chg="addSp modSp mod modSldLayout">
        <pc:chgData name="Dharmesh Parmar" userId="83e4f60b6bc2a0ac" providerId="LiveId" clId="{6087DA9E-49B5-48FE-A168-94EFA05A712C}" dt="2025-04-29T17:01:17.338" v="113" actId="1076"/>
        <pc:sldMasterMkLst>
          <pc:docMk/>
          <pc:sldMasterMk cId="2081696151" sldId="2147483648"/>
        </pc:sldMasterMkLst>
        <pc:spChg chg="mod">
          <ac:chgData name="Dharmesh Parmar" userId="83e4f60b6bc2a0ac" providerId="LiveId" clId="{6087DA9E-49B5-48FE-A168-94EFA05A712C}" dt="2025-04-29T17:00:03.632" v="104"/>
          <ac:spMkLst>
            <pc:docMk/>
            <pc:sldMasterMk cId="2081696151" sldId="2147483648"/>
            <ac:spMk id="2" creationId="{1E80165F-20A6-7BC0-C019-0097393B5571}"/>
          </ac:spMkLst>
        </pc:spChg>
        <pc:spChg chg="mod">
          <ac:chgData name="Dharmesh Parmar" userId="83e4f60b6bc2a0ac" providerId="LiveId" clId="{6087DA9E-49B5-48FE-A168-94EFA05A712C}" dt="2025-04-29T17:00:03.632" v="104"/>
          <ac:spMkLst>
            <pc:docMk/>
            <pc:sldMasterMk cId="2081696151" sldId="2147483648"/>
            <ac:spMk id="3" creationId="{9A3D89F7-6BCC-99F0-7628-851F55F2EB76}"/>
          </ac:spMkLst>
        </pc:spChg>
        <pc:spChg chg="mod">
          <ac:chgData name="Dharmesh Parmar" userId="83e4f60b6bc2a0ac" providerId="LiveId" clId="{6087DA9E-49B5-48FE-A168-94EFA05A712C}" dt="2025-04-29T17:00:03.632" v="104"/>
          <ac:spMkLst>
            <pc:docMk/>
            <pc:sldMasterMk cId="2081696151" sldId="2147483648"/>
            <ac:spMk id="4" creationId="{09D43C1E-778C-B9B7-8DE4-687AD576FE08}"/>
          </ac:spMkLst>
        </pc:spChg>
        <pc:spChg chg="mod">
          <ac:chgData name="Dharmesh Parmar" userId="83e4f60b6bc2a0ac" providerId="LiveId" clId="{6087DA9E-49B5-48FE-A168-94EFA05A712C}" dt="2025-04-29T17:00:03.632" v="104"/>
          <ac:spMkLst>
            <pc:docMk/>
            <pc:sldMasterMk cId="2081696151" sldId="2147483648"/>
            <ac:spMk id="5" creationId="{040534E0-A0D6-DE59-5995-C2F30ABED191}"/>
          </ac:spMkLst>
        </pc:spChg>
        <pc:spChg chg="mod">
          <ac:chgData name="Dharmesh Parmar" userId="83e4f60b6bc2a0ac" providerId="LiveId" clId="{6087DA9E-49B5-48FE-A168-94EFA05A712C}" dt="2025-04-29T17:00:03.632" v="104"/>
          <ac:spMkLst>
            <pc:docMk/>
            <pc:sldMasterMk cId="2081696151" sldId="2147483648"/>
            <ac:spMk id="6" creationId="{F5671910-6E7D-DEA9-C987-3C7F540C3D72}"/>
          </ac:spMkLst>
        </pc:spChg>
        <pc:spChg chg="add mod ord">
          <ac:chgData name="Dharmesh Parmar" userId="83e4f60b6bc2a0ac" providerId="LiveId" clId="{6087DA9E-49B5-48FE-A168-94EFA05A712C}" dt="2025-04-29T17:01:17.338" v="113" actId="1076"/>
          <ac:spMkLst>
            <pc:docMk/>
            <pc:sldMasterMk cId="2081696151" sldId="2147483648"/>
            <ac:spMk id="8" creationId="{D2E88F63-45E7-BFA8-658D-7259FE833894}"/>
          </ac:spMkLst>
        </pc:spChg>
        <pc:sldLayoutChg chg="addSp delSp modSp mod">
          <pc:chgData name="Dharmesh Parmar" userId="83e4f60b6bc2a0ac" providerId="LiveId" clId="{6087DA9E-49B5-48FE-A168-94EFA05A712C}" dt="2025-04-29T17:00:03.632" v="104"/>
          <pc:sldLayoutMkLst>
            <pc:docMk/>
            <pc:sldMasterMk cId="2081696151" sldId="2147483648"/>
            <pc:sldLayoutMk cId="4275542606" sldId="2147483649"/>
          </pc:sldLayoutMkLst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4275542606" sldId="2147483649"/>
              <ac:spMk id="2" creationId="{D6A70FAA-3735-2138-2203-497B5EACB840}"/>
            </ac:spMkLst>
          </pc:spChg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4275542606" sldId="2147483649"/>
              <ac:spMk id="3" creationId="{B0C84FC0-DE78-CDFA-9AE1-F6D195223C0F}"/>
            </ac:spMkLst>
          </pc:spChg>
          <pc:spChg chg="add del mod">
            <ac:chgData name="Dharmesh Parmar" userId="83e4f60b6bc2a0ac" providerId="LiveId" clId="{6087DA9E-49B5-48FE-A168-94EFA05A712C}" dt="2025-04-29T16:52:57.592" v="65" actId="478"/>
            <ac:spMkLst>
              <pc:docMk/>
              <pc:sldMasterMk cId="2081696151" sldId="2147483648"/>
              <pc:sldLayoutMk cId="4275542606" sldId="2147483649"/>
              <ac:spMk id="7" creationId="{DD6C8EE6-BB50-859D-1601-437AFB3BF240}"/>
            </ac:spMkLst>
          </pc:spChg>
        </pc:sldLayoutChg>
        <pc:sldLayoutChg chg="addSp delSp modSp mod">
          <pc:chgData name="Dharmesh Parmar" userId="83e4f60b6bc2a0ac" providerId="LiveId" clId="{6087DA9E-49B5-48FE-A168-94EFA05A712C}" dt="2025-04-29T16:54:11.999" v="66" actId="478"/>
          <pc:sldLayoutMkLst>
            <pc:docMk/>
            <pc:sldMasterMk cId="2081696151" sldId="2147483648"/>
            <pc:sldLayoutMk cId="825899650" sldId="2147483650"/>
          </pc:sldLayoutMkLst>
          <pc:spChg chg="add del mod">
            <ac:chgData name="Dharmesh Parmar" userId="83e4f60b6bc2a0ac" providerId="LiveId" clId="{6087DA9E-49B5-48FE-A168-94EFA05A712C}" dt="2025-04-29T16:54:11.999" v="66" actId="478"/>
            <ac:spMkLst>
              <pc:docMk/>
              <pc:sldMasterMk cId="2081696151" sldId="2147483648"/>
              <pc:sldLayoutMk cId="825899650" sldId="2147483650"/>
              <ac:spMk id="7" creationId="{A4B9F728-8371-5C22-2FFD-D8A773E652DF}"/>
            </ac:spMkLst>
          </pc:spChg>
        </pc:sldLayoutChg>
        <pc:sldLayoutChg chg="addSp modSp">
          <pc:chgData name="Dharmesh Parmar" userId="83e4f60b6bc2a0ac" providerId="LiveId" clId="{6087DA9E-49B5-48FE-A168-94EFA05A712C}" dt="2025-04-29T17:00:03.632" v="104"/>
          <pc:sldLayoutMkLst>
            <pc:docMk/>
            <pc:sldMasterMk cId="2081696151" sldId="2147483648"/>
            <pc:sldLayoutMk cId="324435639" sldId="2147483651"/>
          </pc:sldLayoutMkLst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324435639" sldId="2147483651"/>
              <ac:spMk id="2" creationId="{5E565162-0714-4543-4087-BC4741969301}"/>
            </ac:spMkLst>
          </pc:spChg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324435639" sldId="2147483651"/>
              <ac:spMk id="3" creationId="{2F08FE19-66DF-E75E-AB81-511F347ED743}"/>
            </ac:spMkLst>
          </pc:spChg>
          <pc:spChg chg="add 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324435639" sldId="2147483651"/>
              <ac:spMk id="7" creationId="{89643CB3-E28F-5FF2-7A84-9193B4E27F5E}"/>
            </ac:spMkLst>
          </pc:spChg>
        </pc:sldLayoutChg>
        <pc:sldLayoutChg chg="addSp modSp">
          <pc:chgData name="Dharmesh Parmar" userId="83e4f60b6bc2a0ac" providerId="LiveId" clId="{6087DA9E-49B5-48FE-A168-94EFA05A712C}" dt="2025-04-29T17:00:03.632" v="104"/>
          <pc:sldLayoutMkLst>
            <pc:docMk/>
            <pc:sldMasterMk cId="2081696151" sldId="2147483648"/>
            <pc:sldLayoutMk cId="1236944191" sldId="2147483652"/>
          </pc:sldLayoutMkLst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1236944191" sldId="2147483652"/>
              <ac:spMk id="3" creationId="{09679426-B32A-90DA-02DA-904FF7916680}"/>
            </ac:spMkLst>
          </pc:spChg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1236944191" sldId="2147483652"/>
              <ac:spMk id="4" creationId="{5C1A6FA9-60A6-14D0-0C0D-5B0175276937}"/>
            </ac:spMkLst>
          </pc:spChg>
          <pc:spChg chg="add 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1236944191" sldId="2147483652"/>
              <ac:spMk id="8" creationId="{C39B4F9C-9147-FFBB-D975-EA137367FE89}"/>
            </ac:spMkLst>
          </pc:spChg>
        </pc:sldLayoutChg>
        <pc:sldLayoutChg chg="addSp modSp">
          <pc:chgData name="Dharmesh Parmar" userId="83e4f60b6bc2a0ac" providerId="LiveId" clId="{6087DA9E-49B5-48FE-A168-94EFA05A712C}" dt="2025-04-29T17:00:03.632" v="104"/>
          <pc:sldLayoutMkLst>
            <pc:docMk/>
            <pc:sldMasterMk cId="2081696151" sldId="2147483648"/>
            <pc:sldLayoutMk cId="388258800" sldId="2147483653"/>
          </pc:sldLayoutMkLst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388258800" sldId="2147483653"/>
              <ac:spMk id="2" creationId="{8E504F48-82C2-F689-D73E-8C107F6BFD2B}"/>
            </ac:spMkLst>
          </pc:spChg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388258800" sldId="2147483653"/>
              <ac:spMk id="3" creationId="{A0236365-7D23-C8E8-67E7-EA3016B0EF69}"/>
            </ac:spMkLst>
          </pc:spChg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388258800" sldId="2147483653"/>
              <ac:spMk id="4" creationId="{749870AA-B7C8-E9F9-0E40-67D78772EF47}"/>
            </ac:spMkLst>
          </pc:spChg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388258800" sldId="2147483653"/>
              <ac:spMk id="5" creationId="{B28522C0-F6DA-30A1-8676-D413789AB1AB}"/>
            </ac:spMkLst>
          </pc:spChg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388258800" sldId="2147483653"/>
              <ac:spMk id="6" creationId="{B5AC3B6B-18DD-C934-4C25-F40BE3893BDD}"/>
            </ac:spMkLst>
          </pc:spChg>
          <pc:spChg chg="add 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388258800" sldId="2147483653"/>
              <ac:spMk id="10" creationId="{7F51C280-7A38-E35A-B119-EBBEAFA834C2}"/>
            </ac:spMkLst>
          </pc:spChg>
        </pc:sldLayoutChg>
        <pc:sldLayoutChg chg="addSp modSp">
          <pc:chgData name="Dharmesh Parmar" userId="83e4f60b6bc2a0ac" providerId="LiveId" clId="{6087DA9E-49B5-48FE-A168-94EFA05A712C}" dt="2025-04-29T17:00:03.632" v="104"/>
          <pc:sldLayoutMkLst>
            <pc:docMk/>
            <pc:sldMasterMk cId="2081696151" sldId="2147483648"/>
            <pc:sldLayoutMk cId="2896193502" sldId="2147483654"/>
          </pc:sldLayoutMkLst>
          <pc:spChg chg="add 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2896193502" sldId="2147483654"/>
              <ac:spMk id="6" creationId="{76FA85AB-39E3-14F0-12E1-4B80B58A8B8C}"/>
            </ac:spMkLst>
          </pc:spChg>
        </pc:sldLayoutChg>
        <pc:sldLayoutChg chg="modSp">
          <pc:chgData name="Dharmesh Parmar" userId="83e4f60b6bc2a0ac" providerId="LiveId" clId="{6087DA9E-49B5-48FE-A168-94EFA05A712C}" dt="2025-04-29T17:00:03.632" v="104"/>
          <pc:sldLayoutMkLst>
            <pc:docMk/>
            <pc:sldMasterMk cId="2081696151" sldId="2147483648"/>
            <pc:sldLayoutMk cId="3668897860" sldId="2147483656"/>
          </pc:sldLayoutMkLst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3668897860" sldId="2147483656"/>
              <ac:spMk id="2" creationId="{F746983C-2E5B-344F-A388-9785A697DB8D}"/>
            </ac:spMkLst>
          </pc:spChg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3668897860" sldId="2147483656"/>
              <ac:spMk id="3" creationId="{0099FD58-A660-553C-5B2A-328818DBD8DE}"/>
            </ac:spMkLst>
          </pc:spChg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3668897860" sldId="2147483656"/>
              <ac:spMk id="4" creationId="{8804D6B4-68BD-3970-02CA-555774553872}"/>
            </ac:spMkLst>
          </pc:spChg>
        </pc:sldLayoutChg>
        <pc:sldLayoutChg chg="modSp">
          <pc:chgData name="Dharmesh Parmar" userId="83e4f60b6bc2a0ac" providerId="LiveId" clId="{6087DA9E-49B5-48FE-A168-94EFA05A712C}" dt="2025-04-29T17:00:03.632" v="104"/>
          <pc:sldLayoutMkLst>
            <pc:docMk/>
            <pc:sldMasterMk cId="2081696151" sldId="2147483648"/>
            <pc:sldLayoutMk cId="1401657300" sldId="2147483657"/>
          </pc:sldLayoutMkLst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1401657300" sldId="2147483657"/>
              <ac:spMk id="2" creationId="{93B5571D-3C79-4496-5CC1-4D9CBC9342A9}"/>
            </ac:spMkLst>
          </pc:spChg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1401657300" sldId="2147483657"/>
              <ac:spMk id="3" creationId="{62C83820-B4CA-B74B-84BA-C3566D7919A4}"/>
            </ac:spMkLst>
          </pc:spChg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1401657300" sldId="2147483657"/>
              <ac:spMk id="4" creationId="{3BBB1BCA-232D-CCE8-C1ED-E5CB936027C3}"/>
            </ac:spMkLst>
          </pc:spChg>
        </pc:sldLayoutChg>
        <pc:sldLayoutChg chg="modSp">
          <pc:chgData name="Dharmesh Parmar" userId="83e4f60b6bc2a0ac" providerId="LiveId" clId="{6087DA9E-49B5-48FE-A168-94EFA05A712C}" dt="2025-04-29T17:00:03.632" v="104"/>
          <pc:sldLayoutMkLst>
            <pc:docMk/>
            <pc:sldMasterMk cId="2081696151" sldId="2147483648"/>
            <pc:sldLayoutMk cId="1299397523" sldId="2147483659"/>
          </pc:sldLayoutMkLst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1299397523" sldId="2147483659"/>
              <ac:spMk id="2" creationId="{67505112-3138-1A6A-FA8E-2D6C4990AA6F}"/>
            </ac:spMkLst>
          </pc:spChg>
          <pc:spChg chg="mod">
            <ac:chgData name="Dharmesh Parmar" userId="83e4f60b6bc2a0ac" providerId="LiveId" clId="{6087DA9E-49B5-48FE-A168-94EFA05A712C}" dt="2025-04-29T17:00:03.632" v="104"/>
            <ac:spMkLst>
              <pc:docMk/>
              <pc:sldMasterMk cId="2081696151" sldId="2147483648"/>
              <pc:sldLayoutMk cId="1299397523" sldId="2147483659"/>
              <ac:spMk id="3" creationId="{9C7E3592-7E7B-74EF-71D6-7C399BBDBDCB}"/>
            </ac:spMkLst>
          </pc:spChg>
        </pc:sldLayoutChg>
      </pc:sldMasterChg>
      <pc:sldMasterChg chg="addSp modSldLayout">
        <pc:chgData name="Dharmesh Parmar" userId="83e4f60b6bc2a0ac" providerId="LiveId" clId="{6087DA9E-49B5-48FE-A168-94EFA05A712C}" dt="2025-04-29T16:59:45.424" v="98"/>
        <pc:sldMasterMkLst>
          <pc:docMk/>
          <pc:sldMasterMk cId="3255516232" sldId="2147483661"/>
        </pc:sldMasterMkLst>
        <pc:spChg chg="add">
          <ac:chgData name="Dharmesh Parmar" userId="83e4f60b6bc2a0ac" providerId="LiveId" clId="{6087DA9E-49B5-48FE-A168-94EFA05A712C}" dt="2025-04-29T16:59:45.424" v="98"/>
          <ac:spMkLst>
            <pc:docMk/>
            <pc:sldMasterMk cId="3255516232" sldId="2147483661"/>
            <ac:spMk id="7" creationId="{8814E063-4DDA-A48A-FAF3-30E88FCF486B}"/>
          </ac:spMkLst>
        </pc:spChg>
        <pc:sldLayoutChg chg="addSp">
          <pc:chgData name="Dharmesh Parmar" userId="83e4f60b6bc2a0ac" providerId="LiveId" clId="{6087DA9E-49B5-48FE-A168-94EFA05A712C}" dt="2025-04-29T16:59:45.424" v="98"/>
          <pc:sldLayoutMkLst>
            <pc:docMk/>
            <pc:sldMasterMk cId="3255516232" sldId="2147483661"/>
            <pc:sldLayoutMk cId="2798817158" sldId="2147483664"/>
          </pc:sldLayoutMkLst>
          <pc:spChg chg="add">
            <ac:chgData name="Dharmesh Parmar" userId="83e4f60b6bc2a0ac" providerId="LiveId" clId="{6087DA9E-49B5-48FE-A168-94EFA05A712C}" dt="2025-04-29T16:59:45.424" v="98"/>
            <ac:spMkLst>
              <pc:docMk/>
              <pc:sldMasterMk cId="3255516232" sldId="2147483661"/>
              <pc:sldLayoutMk cId="2798817158" sldId="2147483664"/>
              <ac:spMk id="7" creationId="{E8F97879-79B8-2AE6-7331-589D9A156B25}"/>
            </ac:spMkLst>
          </pc:spChg>
        </pc:sldLayoutChg>
        <pc:sldLayoutChg chg="addSp">
          <pc:chgData name="Dharmesh Parmar" userId="83e4f60b6bc2a0ac" providerId="LiveId" clId="{6087DA9E-49B5-48FE-A168-94EFA05A712C}" dt="2025-04-29T16:59:45.424" v="98"/>
          <pc:sldLayoutMkLst>
            <pc:docMk/>
            <pc:sldMasterMk cId="3255516232" sldId="2147483661"/>
            <pc:sldLayoutMk cId="2693787119" sldId="2147483665"/>
          </pc:sldLayoutMkLst>
          <pc:spChg chg="add">
            <ac:chgData name="Dharmesh Parmar" userId="83e4f60b6bc2a0ac" providerId="LiveId" clId="{6087DA9E-49B5-48FE-A168-94EFA05A712C}" dt="2025-04-29T16:59:45.424" v="98"/>
            <ac:spMkLst>
              <pc:docMk/>
              <pc:sldMasterMk cId="3255516232" sldId="2147483661"/>
              <pc:sldLayoutMk cId="2693787119" sldId="2147483665"/>
              <ac:spMk id="8" creationId="{A7790489-412C-A277-259C-1769DB494449}"/>
            </ac:spMkLst>
          </pc:spChg>
        </pc:sldLayoutChg>
        <pc:sldLayoutChg chg="addSp">
          <pc:chgData name="Dharmesh Parmar" userId="83e4f60b6bc2a0ac" providerId="LiveId" clId="{6087DA9E-49B5-48FE-A168-94EFA05A712C}" dt="2025-04-29T16:59:45.424" v="98"/>
          <pc:sldLayoutMkLst>
            <pc:docMk/>
            <pc:sldMasterMk cId="3255516232" sldId="2147483661"/>
            <pc:sldLayoutMk cId="887434382" sldId="2147483666"/>
          </pc:sldLayoutMkLst>
          <pc:spChg chg="add">
            <ac:chgData name="Dharmesh Parmar" userId="83e4f60b6bc2a0ac" providerId="LiveId" clId="{6087DA9E-49B5-48FE-A168-94EFA05A712C}" dt="2025-04-29T16:59:45.424" v="98"/>
            <ac:spMkLst>
              <pc:docMk/>
              <pc:sldMasterMk cId="3255516232" sldId="2147483661"/>
              <pc:sldLayoutMk cId="887434382" sldId="2147483666"/>
              <ac:spMk id="10" creationId="{BF8B3C13-6805-A43A-EED1-48B1DD2820B3}"/>
            </ac:spMkLst>
          </pc:spChg>
        </pc:sldLayoutChg>
        <pc:sldLayoutChg chg="addSp">
          <pc:chgData name="Dharmesh Parmar" userId="83e4f60b6bc2a0ac" providerId="LiveId" clId="{6087DA9E-49B5-48FE-A168-94EFA05A712C}" dt="2025-04-29T16:59:45.424" v="98"/>
          <pc:sldLayoutMkLst>
            <pc:docMk/>
            <pc:sldMasterMk cId="3255516232" sldId="2147483661"/>
            <pc:sldLayoutMk cId="4160848702" sldId="2147483667"/>
          </pc:sldLayoutMkLst>
          <pc:spChg chg="add">
            <ac:chgData name="Dharmesh Parmar" userId="83e4f60b6bc2a0ac" providerId="LiveId" clId="{6087DA9E-49B5-48FE-A168-94EFA05A712C}" dt="2025-04-29T16:59:45.424" v="98"/>
            <ac:spMkLst>
              <pc:docMk/>
              <pc:sldMasterMk cId="3255516232" sldId="2147483661"/>
              <pc:sldLayoutMk cId="4160848702" sldId="2147483667"/>
              <ac:spMk id="6" creationId="{6541C67F-D471-D788-8EBB-773804D42CEC}"/>
            </ac:spMkLst>
          </pc:spChg>
        </pc:sldLayoutChg>
      </pc:sldMasterChg>
      <pc:sldMasterChg chg="new del mod addSldLayout">
        <pc:chgData name="Dharmesh Parmar" userId="83e4f60b6bc2a0ac" providerId="LiveId" clId="{6087DA9E-49B5-48FE-A168-94EFA05A712C}" dt="2025-04-29T16:59:15.923" v="84" actId="2696"/>
        <pc:sldMasterMkLst>
          <pc:docMk/>
          <pc:sldMasterMk cId="4259589938" sldId="2147483661"/>
        </pc:sldMasterMkLst>
        <pc:sldLayoutChg chg="new replId">
          <pc:chgData name="Dharmesh Parmar" userId="83e4f60b6bc2a0ac" providerId="LiveId" clId="{6087DA9E-49B5-48FE-A168-94EFA05A712C}" dt="2025-04-29T16:48:42.860" v="49" actId="6938"/>
          <pc:sldLayoutMkLst>
            <pc:docMk/>
            <pc:sldMasterMk cId="4259589938" sldId="2147483661"/>
            <pc:sldLayoutMk cId="1047952920" sldId="2147483662"/>
          </pc:sldLayoutMkLst>
        </pc:sldLayoutChg>
        <pc:sldLayoutChg chg="new replId">
          <pc:chgData name="Dharmesh Parmar" userId="83e4f60b6bc2a0ac" providerId="LiveId" clId="{6087DA9E-49B5-48FE-A168-94EFA05A712C}" dt="2025-04-29T16:48:42.860" v="49" actId="6938"/>
          <pc:sldLayoutMkLst>
            <pc:docMk/>
            <pc:sldMasterMk cId="4259589938" sldId="2147483661"/>
            <pc:sldLayoutMk cId="3303883039" sldId="2147483663"/>
          </pc:sldLayoutMkLst>
        </pc:sldLayoutChg>
        <pc:sldLayoutChg chg="new replId">
          <pc:chgData name="Dharmesh Parmar" userId="83e4f60b6bc2a0ac" providerId="LiveId" clId="{6087DA9E-49B5-48FE-A168-94EFA05A712C}" dt="2025-04-29T16:48:42.860" v="49" actId="6938"/>
          <pc:sldLayoutMkLst>
            <pc:docMk/>
            <pc:sldMasterMk cId="4259589938" sldId="2147483661"/>
            <pc:sldLayoutMk cId="129788474" sldId="2147483664"/>
          </pc:sldLayoutMkLst>
        </pc:sldLayoutChg>
        <pc:sldLayoutChg chg="new replId">
          <pc:chgData name="Dharmesh Parmar" userId="83e4f60b6bc2a0ac" providerId="LiveId" clId="{6087DA9E-49B5-48FE-A168-94EFA05A712C}" dt="2025-04-29T16:48:42.860" v="49" actId="6938"/>
          <pc:sldLayoutMkLst>
            <pc:docMk/>
            <pc:sldMasterMk cId="4259589938" sldId="2147483661"/>
            <pc:sldLayoutMk cId="3119159702" sldId="2147483665"/>
          </pc:sldLayoutMkLst>
        </pc:sldLayoutChg>
        <pc:sldLayoutChg chg="new replId">
          <pc:chgData name="Dharmesh Parmar" userId="83e4f60b6bc2a0ac" providerId="LiveId" clId="{6087DA9E-49B5-48FE-A168-94EFA05A712C}" dt="2025-04-29T16:48:42.860" v="49" actId="6938"/>
          <pc:sldLayoutMkLst>
            <pc:docMk/>
            <pc:sldMasterMk cId="4259589938" sldId="2147483661"/>
            <pc:sldLayoutMk cId="1032939344" sldId="2147483666"/>
          </pc:sldLayoutMkLst>
        </pc:sldLayoutChg>
        <pc:sldLayoutChg chg="new replId">
          <pc:chgData name="Dharmesh Parmar" userId="83e4f60b6bc2a0ac" providerId="LiveId" clId="{6087DA9E-49B5-48FE-A168-94EFA05A712C}" dt="2025-04-29T16:48:42.860" v="49" actId="6938"/>
          <pc:sldLayoutMkLst>
            <pc:docMk/>
            <pc:sldMasterMk cId="4259589938" sldId="2147483661"/>
            <pc:sldLayoutMk cId="1093888818" sldId="2147483667"/>
          </pc:sldLayoutMkLst>
        </pc:sldLayoutChg>
        <pc:sldLayoutChg chg="new replId">
          <pc:chgData name="Dharmesh Parmar" userId="83e4f60b6bc2a0ac" providerId="LiveId" clId="{6087DA9E-49B5-48FE-A168-94EFA05A712C}" dt="2025-04-29T16:48:42.860" v="49" actId="6938"/>
          <pc:sldLayoutMkLst>
            <pc:docMk/>
            <pc:sldMasterMk cId="4259589938" sldId="2147483661"/>
            <pc:sldLayoutMk cId="4135637178" sldId="2147483668"/>
          </pc:sldLayoutMkLst>
        </pc:sldLayoutChg>
        <pc:sldLayoutChg chg="new replId">
          <pc:chgData name="Dharmesh Parmar" userId="83e4f60b6bc2a0ac" providerId="LiveId" clId="{6087DA9E-49B5-48FE-A168-94EFA05A712C}" dt="2025-04-29T16:48:42.860" v="49" actId="6938"/>
          <pc:sldLayoutMkLst>
            <pc:docMk/>
            <pc:sldMasterMk cId="4259589938" sldId="2147483661"/>
            <pc:sldLayoutMk cId="798492295" sldId="2147483669"/>
          </pc:sldLayoutMkLst>
        </pc:sldLayoutChg>
        <pc:sldLayoutChg chg="new replId">
          <pc:chgData name="Dharmesh Parmar" userId="83e4f60b6bc2a0ac" providerId="LiveId" clId="{6087DA9E-49B5-48FE-A168-94EFA05A712C}" dt="2025-04-29T16:48:42.860" v="49" actId="6938"/>
          <pc:sldLayoutMkLst>
            <pc:docMk/>
            <pc:sldMasterMk cId="4259589938" sldId="2147483661"/>
            <pc:sldLayoutMk cId="1382276020" sldId="2147483670"/>
          </pc:sldLayoutMkLst>
        </pc:sldLayoutChg>
        <pc:sldLayoutChg chg="new replId">
          <pc:chgData name="Dharmesh Parmar" userId="83e4f60b6bc2a0ac" providerId="LiveId" clId="{6087DA9E-49B5-48FE-A168-94EFA05A712C}" dt="2025-04-29T16:48:42.860" v="49" actId="6938"/>
          <pc:sldLayoutMkLst>
            <pc:docMk/>
            <pc:sldMasterMk cId="4259589938" sldId="2147483661"/>
            <pc:sldLayoutMk cId="2755596669" sldId="2147483671"/>
          </pc:sldLayoutMkLst>
        </pc:sldLayoutChg>
        <pc:sldLayoutChg chg="new replId">
          <pc:chgData name="Dharmesh Parmar" userId="83e4f60b6bc2a0ac" providerId="LiveId" clId="{6087DA9E-49B5-48FE-A168-94EFA05A712C}" dt="2025-04-29T16:48:42.860" v="49" actId="6938"/>
          <pc:sldLayoutMkLst>
            <pc:docMk/>
            <pc:sldMasterMk cId="4259589938" sldId="2147483661"/>
            <pc:sldLayoutMk cId="37450822" sldId="2147483672"/>
          </pc:sldLayoutMkLst>
        </pc:sldLayoutChg>
      </pc:sldMasterChg>
      <pc:sldMasterChg chg="new add del mod addSldLayout">
        <pc:chgData name="Dharmesh Parmar" userId="83e4f60b6bc2a0ac" providerId="LiveId" clId="{6087DA9E-49B5-48FE-A168-94EFA05A712C}" dt="2025-04-29T17:00:06.314" v="106" actId="2696"/>
        <pc:sldMasterMkLst>
          <pc:docMk/>
          <pc:sldMasterMk cId="2792479960" sldId="2147483673"/>
        </pc:sldMasterMkLst>
        <pc:sldLayoutChg chg="new replId">
          <pc:chgData name="Dharmesh Parmar" userId="83e4f60b6bc2a0ac" providerId="LiveId" clId="{6087DA9E-49B5-48FE-A168-94EFA05A712C}" dt="2025-04-29T16:58:53.782" v="76" actId="6938"/>
          <pc:sldLayoutMkLst>
            <pc:docMk/>
            <pc:sldMasterMk cId="2792479960" sldId="2147483673"/>
            <pc:sldLayoutMk cId="1226691298" sldId="2147483674"/>
          </pc:sldLayoutMkLst>
        </pc:sldLayoutChg>
        <pc:sldLayoutChg chg="new replId">
          <pc:chgData name="Dharmesh Parmar" userId="83e4f60b6bc2a0ac" providerId="LiveId" clId="{6087DA9E-49B5-48FE-A168-94EFA05A712C}" dt="2025-04-29T16:58:53.782" v="76" actId="6938"/>
          <pc:sldLayoutMkLst>
            <pc:docMk/>
            <pc:sldMasterMk cId="2792479960" sldId="2147483673"/>
            <pc:sldLayoutMk cId="1675954377" sldId="2147483675"/>
          </pc:sldLayoutMkLst>
        </pc:sldLayoutChg>
        <pc:sldLayoutChg chg="new replId">
          <pc:chgData name="Dharmesh Parmar" userId="83e4f60b6bc2a0ac" providerId="LiveId" clId="{6087DA9E-49B5-48FE-A168-94EFA05A712C}" dt="2025-04-29T16:58:53.782" v="76" actId="6938"/>
          <pc:sldLayoutMkLst>
            <pc:docMk/>
            <pc:sldMasterMk cId="2792479960" sldId="2147483673"/>
            <pc:sldLayoutMk cId="1070871903" sldId="2147483676"/>
          </pc:sldLayoutMkLst>
        </pc:sldLayoutChg>
        <pc:sldLayoutChg chg="new replId">
          <pc:chgData name="Dharmesh Parmar" userId="83e4f60b6bc2a0ac" providerId="LiveId" clId="{6087DA9E-49B5-48FE-A168-94EFA05A712C}" dt="2025-04-29T16:58:53.782" v="76" actId="6938"/>
          <pc:sldLayoutMkLst>
            <pc:docMk/>
            <pc:sldMasterMk cId="2792479960" sldId="2147483673"/>
            <pc:sldLayoutMk cId="1306854675" sldId="2147483677"/>
          </pc:sldLayoutMkLst>
        </pc:sldLayoutChg>
        <pc:sldLayoutChg chg="new replId">
          <pc:chgData name="Dharmesh Parmar" userId="83e4f60b6bc2a0ac" providerId="LiveId" clId="{6087DA9E-49B5-48FE-A168-94EFA05A712C}" dt="2025-04-29T16:58:53.782" v="76" actId="6938"/>
          <pc:sldLayoutMkLst>
            <pc:docMk/>
            <pc:sldMasterMk cId="2792479960" sldId="2147483673"/>
            <pc:sldLayoutMk cId="805944518" sldId="2147483678"/>
          </pc:sldLayoutMkLst>
        </pc:sldLayoutChg>
        <pc:sldLayoutChg chg="new replId">
          <pc:chgData name="Dharmesh Parmar" userId="83e4f60b6bc2a0ac" providerId="LiveId" clId="{6087DA9E-49B5-48FE-A168-94EFA05A712C}" dt="2025-04-29T16:58:53.782" v="76" actId="6938"/>
          <pc:sldLayoutMkLst>
            <pc:docMk/>
            <pc:sldMasterMk cId="2792479960" sldId="2147483673"/>
            <pc:sldLayoutMk cId="108997708" sldId="2147483679"/>
          </pc:sldLayoutMkLst>
        </pc:sldLayoutChg>
        <pc:sldLayoutChg chg="new replId">
          <pc:chgData name="Dharmesh Parmar" userId="83e4f60b6bc2a0ac" providerId="LiveId" clId="{6087DA9E-49B5-48FE-A168-94EFA05A712C}" dt="2025-04-29T16:58:53.782" v="76" actId="6938"/>
          <pc:sldLayoutMkLst>
            <pc:docMk/>
            <pc:sldMasterMk cId="2792479960" sldId="2147483673"/>
            <pc:sldLayoutMk cId="3315820969" sldId="2147483680"/>
          </pc:sldLayoutMkLst>
        </pc:sldLayoutChg>
        <pc:sldLayoutChg chg="new replId">
          <pc:chgData name="Dharmesh Parmar" userId="83e4f60b6bc2a0ac" providerId="LiveId" clId="{6087DA9E-49B5-48FE-A168-94EFA05A712C}" dt="2025-04-29T16:58:53.782" v="76" actId="6938"/>
          <pc:sldLayoutMkLst>
            <pc:docMk/>
            <pc:sldMasterMk cId="2792479960" sldId="2147483673"/>
            <pc:sldLayoutMk cId="2353779520" sldId="2147483681"/>
          </pc:sldLayoutMkLst>
        </pc:sldLayoutChg>
        <pc:sldLayoutChg chg="new replId">
          <pc:chgData name="Dharmesh Parmar" userId="83e4f60b6bc2a0ac" providerId="LiveId" clId="{6087DA9E-49B5-48FE-A168-94EFA05A712C}" dt="2025-04-29T16:58:53.782" v="76" actId="6938"/>
          <pc:sldLayoutMkLst>
            <pc:docMk/>
            <pc:sldMasterMk cId="2792479960" sldId="2147483673"/>
            <pc:sldLayoutMk cId="681686327" sldId="2147483682"/>
          </pc:sldLayoutMkLst>
        </pc:sldLayoutChg>
        <pc:sldLayoutChg chg="new replId">
          <pc:chgData name="Dharmesh Parmar" userId="83e4f60b6bc2a0ac" providerId="LiveId" clId="{6087DA9E-49B5-48FE-A168-94EFA05A712C}" dt="2025-04-29T16:58:53.782" v="76" actId="6938"/>
          <pc:sldLayoutMkLst>
            <pc:docMk/>
            <pc:sldMasterMk cId="2792479960" sldId="2147483673"/>
            <pc:sldLayoutMk cId="2666115198" sldId="2147483683"/>
          </pc:sldLayoutMkLst>
        </pc:sldLayoutChg>
        <pc:sldLayoutChg chg="new replId">
          <pc:chgData name="Dharmesh Parmar" userId="83e4f60b6bc2a0ac" providerId="LiveId" clId="{6087DA9E-49B5-48FE-A168-94EFA05A712C}" dt="2025-04-29T16:58:53.782" v="76" actId="6938"/>
          <pc:sldLayoutMkLst>
            <pc:docMk/>
            <pc:sldMasterMk cId="2792479960" sldId="2147483673"/>
            <pc:sldLayoutMk cId="90556134" sldId="2147483684"/>
          </pc:sldLayoutMkLst>
        </pc:sldLayoutChg>
      </pc:sldMasterChg>
      <pc:sldMasterChg chg="new add del mod addSldLayout">
        <pc:chgData name="Dharmesh Parmar" userId="83e4f60b6bc2a0ac" providerId="LiveId" clId="{6087DA9E-49B5-48FE-A168-94EFA05A712C}" dt="2025-04-29T17:00:06.949" v="107" actId="2696"/>
        <pc:sldMasterMkLst>
          <pc:docMk/>
          <pc:sldMasterMk cId="1453892586" sldId="2147483685"/>
        </pc:sldMasterMkLst>
        <pc:sldLayoutChg chg="new replId">
          <pc:chgData name="Dharmesh Parmar" userId="83e4f60b6bc2a0ac" providerId="LiveId" clId="{6087DA9E-49B5-48FE-A168-94EFA05A712C}" dt="2025-04-29T16:58:56.280" v="77" actId="6938"/>
          <pc:sldLayoutMkLst>
            <pc:docMk/>
            <pc:sldMasterMk cId="1453892586" sldId="2147483685"/>
            <pc:sldLayoutMk cId="1242806629" sldId="2147483686"/>
          </pc:sldLayoutMkLst>
        </pc:sldLayoutChg>
        <pc:sldLayoutChg chg="new replId">
          <pc:chgData name="Dharmesh Parmar" userId="83e4f60b6bc2a0ac" providerId="LiveId" clId="{6087DA9E-49B5-48FE-A168-94EFA05A712C}" dt="2025-04-29T16:58:56.280" v="77" actId="6938"/>
          <pc:sldLayoutMkLst>
            <pc:docMk/>
            <pc:sldMasterMk cId="1453892586" sldId="2147483685"/>
            <pc:sldLayoutMk cId="1231775874" sldId="2147483687"/>
          </pc:sldLayoutMkLst>
        </pc:sldLayoutChg>
        <pc:sldLayoutChg chg="new replId">
          <pc:chgData name="Dharmesh Parmar" userId="83e4f60b6bc2a0ac" providerId="LiveId" clId="{6087DA9E-49B5-48FE-A168-94EFA05A712C}" dt="2025-04-29T16:58:56.280" v="77" actId="6938"/>
          <pc:sldLayoutMkLst>
            <pc:docMk/>
            <pc:sldMasterMk cId="1453892586" sldId="2147483685"/>
            <pc:sldLayoutMk cId="2648350899" sldId="2147483688"/>
          </pc:sldLayoutMkLst>
        </pc:sldLayoutChg>
        <pc:sldLayoutChg chg="new replId">
          <pc:chgData name="Dharmesh Parmar" userId="83e4f60b6bc2a0ac" providerId="LiveId" clId="{6087DA9E-49B5-48FE-A168-94EFA05A712C}" dt="2025-04-29T16:58:56.280" v="77" actId="6938"/>
          <pc:sldLayoutMkLst>
            <pc:docMk/>
            <pc:sldMasterMk cId="1453892586" sldId="2147483685"/>
            <pc:sldLayoutMk cId="231530305" sldId="2147483689"/>
          </pc:sldLayoutMkLst>
        </pc:sldLayoutChg>
        <pc:sldLayoutChg chg="new replId">
          <pc:chgData name="Dharmesh Parmar" userId="83e4f60b6bc2a0ac" providerId="LiveId" clId="{6087DA9E-49B5-48FE-A168-94EFA05A712C}" dt="2025-04-29T16:58:56.280" v="77" actId="6938"/>
          <pc:sldLayoutMkLst>
            <pc:docMk/>
            <pc:sldMasterMk cId="1453892586" sldId="2147483685"/>
            <pc:sldLayoutMk cId="2645009567" sldId="2147483690"/>
          </pc:sldLayoutMkLst>
        </pc:sldLayoutChg>
        <pc:sldLayoutChg chg="new replId">
          <pc:chgData name="Dharmesh Parmar" userId="83e4f60b6bc2a0ac" providerId="LiveId" clId="{6087DA9E-49B5-48FE-A168-94EFA05A712C}" dt="2025-04-29T16:58:56.280" v="77" actId="6938"/>
          <pc:sldLayoutMkLst>
            <pc:docMk/>
            <pc:sldMasterMk cId="1453892586" sldId="2147483685"/>
            <pc:sldLayoutMk cId="4219390647" sldId="2147483691"/>
          </pc:sldLayoutMkLst>
        </pc:sldLayoutChg>
        <pc:sldLayoutChg chg="new replId">
          <pc:chgData name="Dharmesh Parmar" userId="83e4f60b6bc2a0ac" providerId="LiveId" clId="{6087DA9E-49B5-48FE-A168-94EFA05A712C}" dt="2025-04-29T16:58:56.280" v="77" actId="6938"/>
          <pc:sldLayoutMkLst>
            <pc:docMk/>
            <pc:sldMasterMk cId="1453892586" sldId="2147483685"/>
            <pc:sldLayoutMk cId="2893311671" sldId="2147483692"/>
          </pc:sldLayoutMkLst>
        </pc:sldLayoutChg>
        <pc:sldLayoutChg chg="new replId">
          <pc:chgData name="Dharmesh Parmar" userId="83e4f60b6bc2a0ac" providerId="LiveId" clId="{6087DA9E-49B5-48FE-A168-94EFA05A712C}" dt="2025-04-29T16:58:56.280" v="77" actId="6938"/>
          <pc:sldLayoutMkLst>
            <pc:docMk/>
            <pc:sldMasterMk cId="1453892586" sldId="2147483685"/>
            <pc:sldLayoutMk cId="4055641788" sldId="2147483693"/>
          </pc:sldLayoutMkLst>
        </pc:sldLayoutChg>
        <pc:sldLayoutChg chg="new replId">
          <pc:chgData name="Dharmesh Parmar" userId="83e4f60b6bc2a0ac" providerId="LiveId" clId="{6087DA9E-49B5-48FE-A168-94EFA05A712C}" dt="2025-04-29T16:58:56.280" v="77" actId="6938"/>
          <pc:sldLayoutMkLst>
            <pc:docMk/>
            <pc:sldMasterMk cId="1453892586" sldId="2147483685"/>
            <pc:sldLayoutMk cId="4158379371" sldId="2147483694"/>
          </pc:sldLayoutMkLst>
        </pc:sldLayoutChg>
        <pc:sldLayoutChg chg="new replId">
          <pc:chgData name="Dharmesh Parmar" userId="83e4f60b6bc2a0ac" providerId="LiveId" clId="{6087DA9E-49B5-48FE-A168-94EFA05A712C}" dt="2025-04-29T16:58:56.280" v="77" actId="6938"/>
          <pc:sldLayoutMkLst>
            <pc:docMk/>
            <pc:sldMasterMk cId="1453892586" sldId="2147483685"/>
            <pc:sldLayoutMk cId="4150349168" sldId="2147483695"/>
          </pc:sldLayoutMkLst>
        </pc:sldLayoutChg>
        <pc:sldLayoutChg chg="new replId">
          <pc:chgData name="Dharmesh Parmar" userId="83e4f60b6bc2a0ac" providerId="LiveId" clId="{6087DA9E-49B5-48FE-A168-94EFA05A712C}" dt="2025-04-29T16:58:56.280" v="77" actId="6938"/>
          <pc:sldLayoutMkLst>
            <pc:docMk/>
            <pc:sldMasterMk cId="1453892586" sldId="2147483685"/>
            <pc:sldLayoutMk cId="977597072" sldId="2147483696"/>
          </pc:sldLayoutMkLst>
        </pc:sldLayoutChg>
      </pc:sldMasterChg>
      <pc:sldMasterChg chg="new add del mod addSldLayout">
        <pc:chgData name="Dharmesh Parmar" userId="83e4f60b6bc2a0ac" providerId="LiveId" clId="{6087DA9E-49B5-48FE-A168-94EFA05A712C}" dt="2025-04-29T17:00:08.647" v="108" actId="2696"/>
        <pc:sldMasterMkLst>
          <pc:docMk/>
          <pc:sldMasterMk cId="220487224" sldId="2147483697"/>
        </pc:sldMasterMkLst>
        <pc:sldLayoutChg chg="new replId">
          <pc:chgData name="Dharmesh Parmar" userId="83e4f60b6bc2a0ac" providerId="LiveId" clId="{6087DA9E-49B5-48FE-A168-94EFA05A712C}" dt="2025-04-29T16:58:57.264" v="78" actId="6938"/>
          <pc:sldLayoutMkLst>
            <pc:docMk/>
            <pc:sldMasterMk cId="220487224" sldId="2147483697"/>
            <pc:sldLayoutMk cId="820423227" sldId="2147483698"/>
          </pc:sldLayoutMkLst>
        </pc:sldLayoutChg>
        <pc:sldLayoutChg chg="new replId">
          <pc:chgData name="Dharmesh Parmar" userId="83e4f60b6bc2a0ac" providerId="LiveId" clId="{6087DA9E-49B5-48FE-A168-94EFA05A712C}" dt="2025-04-29T16:58:57.264" v="78" actId="6938"/>
          <pc:sldLayoutMkLst>
            <pc:docMk/>
            <pc:sldMasterMk cId="220487224" sldId="2147483697"/>
            <pc:sldLayoutMk cId="3804752107" sldId="2147483699"/>
          </pc:sldLayoutMkLst>
        </pc:sldLayoutChg>
        <pc:sldLayoutChg chg="new replId">
          <pc:chgData name="Dharmesh Parmar" userId="83e4f60b6bc2a0ac" providerId="LiveId" clId="{6087DA9E-49B5-48FE-A168-94EFA05A712C}" dt="2025-04-29T16:58:57.264" v="78" actId="6938"/>
          <pc:sldLayoutMkLst>
            <pc:docMk/>
            <pc:sldMasterMk cId="220487224" sldId="2147483697"/>
            <pc:sldLayoutMk cId="856577267" sldId="2147483700"/>
          </pc:sldLayoutMkLst>
        </pc:sldLayoutChg>
        <pc:sldLayoutChg chg="new replId">
          <pc:chgData name="Dharmesh Parmar" userId="83e4f60b6bc2a0ac" providerId="LiveId" clId="{6087DA9E-49B5-48FE-A168-94EFA05A712C}" dt="2025-04-29T16:58:57.264" v="78" actId="6938"/>
          <pc:sldLayoutMkLst>
            <pc:docMk/>
            <pc:sldMasterMk cId="220487224" sldId="2147483697"/>
            <pc:sldLayoutMk cId="1918885512" sldId="2147483701"/>
          </pc:sldLayoutMkLst>
        </pc:sldLayoutChg>
        <pc:sldLayoutChg chg="new replId">
          <pc:chgData name="Dharmesh Parmar" userId="83e4f60b6bc2a0ac" providerId="LiveId" clId="{6087DA9E-49B5-48FE-A168-94EFA05A712C}" dt="2025-04-29T16:58:57.264" v="78" actId="6938"/>
          <pc:sldLayoutMkLst>
            <pc:docMk/>
            <pc:sldMasterMk cId="220487224" sldId="2147483697"/>
            <pc:sldLayoutMk cId="1674453702" sldId="2147483702"/>
          </pc:sldLayoutMkLst>
        </pc:sldLayoutChg>
        <pc:sldLayoutChg chg="new replId">
          <pc:chgData name="Dharmesh Parmar" userId="83e4f60b6bc2a0ac" providerId="LiveId" clId="{6087DA9E-49B5-48FE-A168-94EFA05A712C}" dt="2025-04-29T16:58:57.264" v="78" actId="6938"/>
          <pc:sldLayoutMkLst>
            <pc:docMk/>
            <pc:sldMasterMk cId="220487224" sldId="2147483697"/>
            <pc:sldLayoutMk cId="2638341346" sldId="2147483703"/>
          </pc:sldLayoutMkLst>
        </pc:sldLayoutChg>
        <pc:sldLayoutChg chg="new replId">
          <pc:chgData name="Dharmesh Parmar" userId="83e4f60b6bc2a0ac" providerId="LiveId" clId="{6087DA9E-49B5-48FE-A168-94EFA05A712C}" dt="2025-04-29T16:58:57.264" v="78" actId="6938"/>
          <pc:sldLayoutMkLst>
            <pc:docMk/>
            <pc:sldMasterMk cId="220487224" sldId="2147483697"/>
            <pc:sldLayoutMk cId="1398790445" sldId="2147483704"/>
          </pc:sldLayoutMkLst>
        </pc:sldLayoutChg>
        <pc:sldLayoutChg chg="new replId">
          <pc:chgData name="Dharmesh Parmar" userId="83e4f60b6bc2a0ac" providerId="LiveId" clId="{6087DA9E-49B5-48FE-A168-94EFA05A712C}" dt="2025-04-29T16:58:57.264" v="78" actId="6938"/>
          <pc:sldLayoutMkLst>
            <pc:docMk/>
            <pc:sldMasterMk cId="220487224" sldId="2147483697"/>
            <pc:sldLayoutMk cId="3593603409" sldId="2147483705"/>
          </pc:sldLayoutMkLst>
        </pc:sldLayoutChg>
        <pc:sldLayoutChg chg="new replId">
          <pc:chgData name="Dharmesh Parmar" userId="83e4f60b6bc2a0ac" providerId="LiveId" clId="{6087DA9E-49B5-48FE-A168-94EFA05A712C}" dt="2025-04-29T16:58:57.264" v="78" actId="6938"/>
          <pc:sldLayoutMkLst>
            <pc:docMk/>
            <pc:sldMasterMk cId="220487224" sldId="2147483697"/>
            <pc:sldLayoutMk cId="3080191969" sldId="2147483706"/>
          </pc:sldLayoutMkLst>
        </pc:sldLayoutChg>
        <pc:sldLayoutChg chg="new replId">
          <pc:chgData name="Dharmesh Parmar" userId="83e4f60b6bc2a0ac" providerId="LiveId" clId="{6087DA9E-49B5-48FE-A168-94EFA05A712C}" dt="2025-04-29T16:58:57.264" v="78" actId="6938"/>
          <pc:sldLayoutMkLst>
            <pc:docMk/>
            <pc:sldMasterMk cId="220487224" sldId="2147483697"/>
            <pc:sldLayoutMk cId="3338118857" sldId="2147483707"/>
          </pc:sldLayoutMkLst>
        </pc:sldLayoutChg>
        <pc:sldLayoutChg chg="new replId">
          <pc:chgData name="Dharmesh Parmar" userId="83e4f60b6bc2a0ac" providerId="LiveId" clId="{6087DA9E-49B5-48FE-A168-94EFA05A712C}" dt="2025-04-29T16:58:57.264" v="78" actId="6938"/>
          <pc:sldLayoutMkLst>
            <pc:docMk/>
            <pc:sldMasterMk cId="220487224" sldId="2147483697"/>
            <pc:sldLayoutMk cId="1667071644" sldId="2147483708"/>
          </pc:sldLayoutMkLst>
        </pc:sldLayoutChg>
      </pc:sldMasterChg>
      <pc:sldMasterChg chg="new del mod addSldLayout">
        <pc:chgData name="Dharmesh Parmar" userId="83e4f60b6bc2a0ac" providerId="LiveId" clId="{6087DA9E-49B5-48FE-A168-94EFA05A712C}" dt="2025-04-29T16:59:16.522" v="87" actId="2696"/>
        <pc:sldMasterMkLst>
          <pc:docMk/>
          <pc:sldMasterMk cId="1785251496" sldId="2147483709"/>
        </pc:sldMasterMkLst>
        <pc:sldLayoutChg chg="new replId">
          <pc:chgData name="Dharmesh Parmar" userId="83e4f60b6bc2a0ac" providerId="LiveId" clId="{6087DA9E-49B5-48FE-A168-94EFA05A712C}" dt="2025-04-29T16:59:06.906" v="79" actId="6938"/>
          <pc:sldLayoutMkLst>
            <pc:docMk/>
            <pc:sldMasterMk cId="1785251496" sldId="2147483709"/>
            <pc:sldLayoutMk cId="3104173923" sldId="2147483710"/>
          </pc:sldLayoutMkLst>
        </pc:sldLayoutChg>
        <pc:sldLayoutChg chg="new replId">
          <pc:chgData name="Dharmesh Parmar" userId="83e4f60b6bc2a0ac" providerId="LiveId" clId="{6087DA9E-49B5-48FE-A168-94EFA05A712C}" dt="2025-04-29T16:59:06.906" v="79" actId="6938"/>
          <pc:sldLayoutMkLst>
            <pc:docMk/>
            <pc:sldMasterMk cId="1785251496" sldId="2147483709"/>
            <pc:sldLayoutMk cId="1958057796" sldId="2147483711"/>
          </pc:sldLayoutMkLst>
        </pc:sldLayoutChg>
        <pc:sldLayoutChg chg="new replId">
          <pc:chgData name="Dharmesh Parmar" userId="83e4f60b6bc2a0ac" providerId="LiveId" clId="{6087DA9E-49B5-48FE-A168-94EFA05A712C}" dt="2025-04-29T16:59:06.906" v="79" actId="6938"/>
          <pc:sldLayoutMkLst>
            <pc:docMk/>
            <pc:sldMasterMk cId="1785251496" sldId="2147483709"/>
            <pc:sldLayoutMk cId="1718940697" sldId="2147483712"/>
          </pc:sldLayoutMkLst>
        </pc:sldLayoutChg>
        <pc:sldLayoutChg chg="new replId">
          <pc:chgData name="Dharmesh Parmar" userId="83e4f60b6bc2a0ac" providerId="LiveId" clId="{6087DA9E-49B5-48FE-A168-94EFA05A712C}" dt="2025-04-29T16:59:06.906" v="79" actId="6938"/>
          <pc:sldLayoutMkLst>
            <pc:docMk/>
            <pc:sldMasterMk cId="1785251496" sldId="2147483709"/>
            <pc:sldLayoutMk cId="2902091784" sldId="2147483713"/>
          </pc:sldLayoutMkLst>
        </pc:sldLayoutChg>
        <pc:sldLayoutChg chg="new replId">
          <pc:chgData name="Dharmesh Parmar" userId="83e4f60b6bc2a0ac" providerId="LiveId" clId="{6087DA9E-49B5-48FE-A168-94EFA05A712C}" dt="2025-04-29T16:59:06.906" v="79" actId="6938"/>
          <pc:sldLayoutMkLst>
            <pc:docMk/>
            <pc:sldMasterMk cId="1785251496" sldId="2147483709"/>
            <pc:sldLayoutMk cId="3736544205" sldId="2147483714"/>
          </pc:sldLayoutMkLst>
        </pc:sldLayoutChg>
        <pc:sldLayoutChg chg="new replId">
          <pc:chgData name="Dharmesh Parmar" userId="83e4f60b6bc2a0ac" providerId="LiveId" clId="{6087DA9E-49B5-48FE-A168-94EFA05A712C}" dt="2025-04-29T16:59:06.906" v="79" actId="6938"/>
          <pc:sldLayoutMkLst>
            <pc:docMk/>
            <pc:sldMasterMk cId="1785251496" sldId="2147483709"/>
            <pc:sldLayoutMk cId="556847903" sldId="2147483715"/>
          </pc:sldLayoutMkLst>
        </pc:sldLayoutChg>
        <pc:sldLayoutChg chg="new replId">
          <pc:chgData name="Dharmesh Parmar" userId="83e4f60b6bc2a0ac" providerId="LiveId" clId="{6087DA9E-49B5-48FE-A168-94EFA05A712C}" dt="2025-04-29T16:59:06.906" v="79" actId="6938"/>
          <pc:sldLayoutMkLst>
            <pc:docMk/>
            <pc:sldMasterMk cId="1785251496" sldId="2147483709"/>
            <pc:sldLayoutMk cId="212474820" sldId="2147483716"/>
          </pc:sldLayoutMkLst>
        </pc:sldLayoutChg>
        <pc:sldLayoutChg chg="new replId">
          <pc:chgData name="Dharmesh Parmar" userId="83e4f60b6bc2a0ac" providerId="LiveId" clId="{6087DA9E-49B5-48FE-A168-94EFA05A712C}" dt="2025-04-29T16:59:06.906" v="79" actId="6938"/>
          <pc:sldLayoutMkLst>
            <pc:docMk/>
            <pc:sldMasterMk cId="1785251496" sldId="2147483709"/>
            <pc:sldLayoutMk cId="511404896" sldId="2147483717"/>
          </pc:sldLayoutMkLst>
        </pc:sldLayoutChg>
        <pc:sldLayoutChg chg="new replId">
          <pc:chgData name="Dharmesh Parmar" userId="83e4f60b6bc2a0ac" providerId="LiveId" clId="{6087DA9E-49B5-48FE-A168-94EFA05A712C}" dt="2025-04-29T16:59:06.906" v="79" actId="6938"/>
          <pc:sldLayoutMkLst>
            <pc:docMk/>
            <pc:sldMasterMk cId="1785251496" sldId="2147483709"/>
            <pc:sldLayoutMk cId="4022404449" sldId="2147483718"/>
          </pc:sldLayoutMkLst>
        </pc:sldLayoutChg>
        <pc:sldLayoutChg chg="new replId">
          <pc:chgData name="Dharmesh Parmar" userId="83e4f60b6bc2a0ac" providerId="LiveId" clId="{6087DA9E-49B5-48FE-A168-94EFA05A712C}" dt="2025-04-29T16:59:06.906" v="79" actId="6938"/>
          <pc:sldLayoutMkLst>
            <pc:docMk/>
            <pc:sldMasterMk cId="1785251496" sldId="2147483709"/>
            <pc:sldLayoutMk cId="1663713324" sldId="2147483719"/>
          </pc:sldLayoutMkLst>
        </pc:sldLayoutChg>
        <pc:sldLayoutChg chg="new replId">
          <pc:chgData name="Dharmesh Parmar" userId="83e4f60b6bc2a0ac" providerId="LiveId" clId="{6087DA9E-49B5-48FE-A168-94EFA05A712C}" dt="2025-04-29T16:59:06.906" v="79" actId="6938"/>
          <pc:sldLayoutMkLst>
            <pc:docMk/>
            <pc:sldMasterMk cId="1785251496" sldId="2147483709"/>
            <pc:sldLayoutMk cId="460981312" sldId="2147483720"/>
          </pc:sldLayoutMkLst>
        </pc:sldLayoutChg>
      </pc:sldMasterChg>
      <pc:sldMasterChg chg="new del mod addSldLayout">
        <pc:chgData name="Dharmesh Parmar" userId="83e4f60b6bc2a0ac" providerId="LiveId" clId="{6087DA9E-49B5-48FE-A168-94EFA05A712C}" dt="2025-04-29T16:59:16.349" v="86" actId="2696"/>
        <pc:sldMasterMkLst>
          <pc:docMk/>
          <pc:sldMasterMk cId="1863300019" sldId="2147483721"/>
        </pc:sldMasterMkLst>
        <pc:sldLayoutChg chg="new replId">
          <pc:chgData name="Dharmesh Parmar" userId="83e4f60b6bc2a0ac" providerId="LiveId" clId="{6087DA9E-49B5-48FE-A168-94EFA05A712C}" dt="2025-04-29T16:59:08.641" v="80" actId="6938"/>
          <pc:sldLayoutMkLst>
            <pc:docMk/>
            <pc:sldMasterMk cId="1863300019" sldId="2147483721"/>
            <pc:sldLayoutMk cId="628946042" sldId="2147483722"/>
          </pc:sldLayoutMkLst>
        </pc:sldLayoutChg>
        <pc:sldLayoutChg chg="new replId">
          <pc:chgData name="Dharmesh Parmar" userId="83e4f60b6bc2a0ac" providerId="LiveId" clId="{6087DA9E-49B5-48FE-A168-94EFA05A712C}" dt="2025-04-29T16:59:08.641" v="80" actId="6938"/>
          <pc:sldLayoutMkLst>
            <pc:docMk/>
            <pc:sldMasterMk cId="1863300019" sldId="2147483721"/>
            <pc:sldLayoutMk cId="2500454639" sldId="2147483723"/>
          </pc:sldLayoutMkLst>
        </pc:sldLayoutChg>
        <pc:sldLayoutChg chg="new replId">
          <pc:chgData name="Dharmesh Parmar" userId="83e4f60b6bc2a0ac" providerId="LiveId" clId="{6087DA9E-49B5-48FE-A168-94EFA05A712C}" dt="2025-04-29T16:59:08.641" v="80" actId="6938"/>
          <pc:sldLayoutMkLst>
            <pc:docMk/>
            <pc:sldMasterMk cId="1863300019" sldId="2147483721"/>
            <pc:sldLayoutMk cId="3755866221" sldId="2147483724"/>
          </pc:sldLayoutMkLst>
        </pc:sldLayoutChg>
        <pc:sldLayoutChg chg="new replId">
          <pc:chgData name="Dharmesh Parmar" userId="83e4f60b6bc2a0ac" providerId="LiveId" clId="{6087DA9E-49B5-48FE-A168-94EFA05A712C}" dt="2025-04-29T16:59:08.641" v="80" actId="6938"/>
          <pc:sldLayoutMkLst>
            <pc:docMk/>
            <pc:sldMasterMk cId="1863300019" sldId="2147483721"/>
            <pc:sldLayoutMk cId="1349716511" sldId="2147483725"/>
          </pc:sldLayoutMkLst>
        </pc:sldLayoutChg>
        <pc:sldLayoutChg chg="new replId">
          <pc:chgData name="Dharmesh Parmar" userId="83e4f60b6bc2a0ac" providerId="LiveId" clId="{6087DA9E-49B5-48FE-A168-94EFA05A712C}" dt="2025-04-29T16:59:08.641" v="80" actId="6938"/>
          <pc:sldLayoutMkLst>
            <pc:docMk/>
            <pc:sldMasterMk cId="1863300019" sldId="2147483721"/>
            <pc:sldLayoutMk cId="3104219505" sldId="2147483726"/>
          </pc:sldLayoutMkLst>
        </pc:sldLayoutChg>
        <pc:sldLayoutChg chg="new replId">
          <pc:chgData name="Dharmesh Parmar" userId="83e4f60b6bc2a0ac" providerId="LiveId" clId="{6087DA9E-49B5-48FE-A168-94EFA05A712C}" dt="2025-04-29T16:59:08.641" v="80" actId="6938"/>
          <pc:sldLayoutMkLst>
            <pc:docMk/>
            <pc:sldMasterMk cId="1863300019" sldId="2147483721"/>
            <pc:sldLayoutMk cId="2759562558" sldId="2147483727"/>
          </pc:sldLayoutMkLst>
        </pc:sldLayoutChg>
        <pc:sldLayoutChg chg="new replId">
          <pc:chgData name="Dharmesh Parmar" userId="83e4f60b6bc2a0ac" providerId="LiveId" clId="{6087DA9E-49B5-48FE-A168-94EFA05A712C}" dt="2025-04-29T16:59:08.641" v="80" actId="6938"/>
          <pc:sldLayoutMkLst>
            <pc:docMk/>
            <pc:sldMasterMk cId="1863300019" sldId="2147483721"/>
            <pc:sldLayoutMk cId="1788698673" sldId="2147483728"/>
          </pc:sldLayoutMkLst>
        </pc:sldLayoutChg>
        <pc:sldLayoutChg chg="new replId">
          <pc:chgData name="Dharmesh Parmar" userId="83e4f60b6bc2a0ac" providerId="LiveId" clId="{6087DA9E-49B5-48FE-A168-94EFA05A712C}" dt="2025-04-29T16:59:08.641" v="80" actId="6938"/>
          <pc:sldLayoutMkLst>
            <pc:docMk/>
            <pc:sldMasterMk cId="1863300019" sldId="2147483721"/>
            <pc:sldLayoutMk cId="1845332455" sldId="2147483729"/>
          </pc:sldLayoutMkLst>
        </pc:sldLayoutChg>
        <pc:sldLayoutChg chg="new replId">
          <pc:chgData name="Dharmesh Parmar" userId="83e4f60b6bc2a0ac" providerId="LiveId" clId="{6087DA9E-49B5-48FE-A168-94EFA05A712C}" dt="2025-04-29T16:59:08.641" v="80" actId="6938"/>
          <pc:sldLayoutMkLst>
            <pc:docMk/>
            <pc:sldMasterMk cId="1863300019" sldId="2147483721"/>
            <pc:sldLayoutMk cId="282638591" sldId="2147483730"/>
          </pc:sldLayoutMkLst>
        </pc:sldLayoutChg>
        <pc:sldLayoutChg chg="new replId">
          <pc:chgData name="Dharmesh Parmar" userId="83e4f60b6bc2a0ac" providerId="LiveId" clId="{6087DA9E-49B5-48FE-A168-94EFA05A712C}" dt="2025-04-29T16:59:08.641" v="80" actId="6938"/>
          <pc:sldLayoutMkLst>
            <pc:docMk/>
            <pc:sldMasterMk cId="1863300019" sldId="2147483721"/>
            <pc:sldLayoutMk cId="1220727497" sldId="2147483731"/>
          </pc:sldLayoutMkLst>
        </pc:sldLayoutChg>
        <pc:sldLayoutChg chg="new replId">
          <pc:chgData name="Dharmesh Parmar" userId="83e4f60b6bc2a0ac" providerId="LiveId" clId="{6087DA9E-49B5-48FE-A168-94EFA05A712C}" dt="2025-04-29T16:59:08.641" v="80" actId="6938"/>
          <pc:sldLayoutMkLst>
            <pc:docMk/>
            <pc:sldMasterMk cId="1863300019" sldId="2147483721"/>
            <pc:sldLayoutMk cId="3462735658" sldId="2147483732"/>
          </pc:sldLayoutMkLst>
        </pc:sldLayoutChg>
      </pc:sldMasterChg>
      <pc:sldMasterChg chg="new del mod addSldLayout">
        <pc:chgData name="Dharmesh Parmar" userId="83e4f60b6bc2a0ac" providerId="LiveId" clId="{6087DA9E-49B5-48FE-A168-94EFA05A712C}" dt="2025-04-29T16:59:16.128" v="85" actId="2696"/>
        <pc:sldMasterMkLst>
          <pc:docMk/>
          <pc:sldMasterMk cId="3746753745" sldId="2147483733"/>
        </pc:sldMasterMkLst>
        <pc:sldLayoutChg chg="new replId">
          <pc:chgData name="Dharmesh Parmar" userId="83e4f60b6bc2a0ac" providerId="LiveId" clId="{6087DA9E-49B5-48FE-A168-94EFA05A712C}" dt="2025-04-29T16:59:09.786" v="81" actId="6938"/>
          <pc:sldLayoutMkLst>
            <pc:docMk/>
            <pc:sldMasterMk cId="3746753745" sldId="2147483733"/>
            <pc:sldLayoutMk cId="2416785209" sldId="2147483734"/>
          </pc:sldLayoutMkLst>
        </pc:sldLayoutChg>
        <pc:sldLayoutChg chg="new replId">
          <pc:chgData name="Dharmesh Parmar" userId="83e4f60b6bc2a0ac" providerId="LiveId" clId="{6087DA9E-49B5-48FE-A168-94EFA05A712C}" dt="2025-04-29T16:59:09.786" v="81" actId="6938"/>
          <pc:sldLayoutMkLst>
            <pc:docMk/>
            <pc:sldMasterMk cId="3746753745" sldId="2147483733"/>
            <pc:sldLayoutMk cId="3129169731" sldId="2147483735"/>
          </pc:sldLayoutMkLst>
        </pc:sldLayoutChg>
        <pc:sldLayoutChg chg="new replId">
          <pc:chgData name="Dharmesh Parmar" userId="83e4f60b6bc2a0ac" providerId="LiveId" clId="{6087DA9E-49B5-48FE-A168-94EFA05A712C}" dt="2025-04-29T16:59:09.786" v="81" actId="6938"/>
          <pc:sldLayoutMkLst>
            <pc:docMk/>
            <pc:sldMasterMk cId="3746753745" sldId="2147483733"/>
            <pc:sldLayoutMk cId="1692416881" sldId="2147483736"/>
          </pc:sldLayoutMkLst>
        </pc:sldLayoutChg>
        <pc:sldLayoutChg chg="new replId">
          <pc:chgData name="Dharmesh Parmar" userId="83e4f60b6bc2a0ac" providerId="LiveId" clId="{6087DA9E-49B5-48FE-A168-94EFA05A712C}" dt="2025-04-29T16:59:09.786" v="81" actId="6938"/>
          <pc:sldLayoutMkLst>
            <pc:docMk/>
            <pc:sldMasterMk cId="3746753745" sldId="2147483733"/>
            <pc:sldLayoutMk cId="62377516" sldId="2147483737"/>
          </pc:sldLayoutMkLst>
        </pc:sldLayoutChg>
        <pc:sldLayoutChg chg="new replId">
          <pc:chgData name="Dharmesh Parmar" userId="83e4f60b6bc2a0ac" providerId="LiveId" clId="{6087DA9E-49B5-48FE-A168-94EFA05A712C}" dt="2025-04-29T16:59:09.786" v="81" actId="6938"/>
          <pc:sldLayoutMkLst>
            <pc:docMk/>
            <pc:sldMasterMk cId="3746753745" sldId="2147483733"/>
            <pc:sldLayoutMk cId="177061989" sldId="2147483738"/>
          </pc:sldLayoutMkLst>
        </pc:sldLayoutChg>
        <pc:sldLayoutChg chg="new replId">
          <pc:chgData name="Dharmesh Parmar" userId="83e4f60b6bc2a0ac" providerId="LiveId" clId="{6087DA9E-49B5-48FE-A168-94EFA05A712C}" dt="2025-04-29T16:59:09.786" v="81" actId="6938"/>
          <pc:sldLayoutMkLst>
            <pc:docMk/>
            <pc:sldMasterMk cId="3746753745" sldId="2147483733"/>
            <pc:sldLayoutMk cId="2599103607" sldId="2147483739"/>
          </pc:sldLayoutMkLst>
        </pc:sldLayoutChg>
        <pc:sldLayoutChg chg="new replId">
          <pc:chgData name="Dharmesh Parmar" userId="83e4f60b6bc2a0ac" providerId="LiveId" clId="{6087DA9E-49B5-48FE-A168-94EFA05A712C}" dt="2025-04-29T16:59:09.786" v="81" actId="6938"/>
          <pc:sldLayoutMkLst>
            <pc:docMk/>
            <pc:sldMasterMk cId="3746753745" sldId="2147483733"/>
            <pc:sldLayoutMk cId="1243959027" sldId="2147483740"/>
          </pc:sldLayoutMkLst>
        </pc:sldLayoutChg>
        <pc:sldLayoutChg chg="new replId">
          <pc:chgData name="Dharmesh Parmar" userId="83e4f60b6bc2a0ac" providerId="LiveId" clId="{6087DA9E-49B5-48FE-A168-94EFA05A712C}" dt="2025-04-29T16:59:09.786" v="81" actId="6938"/>
          <pc:sldLayoutMkLst>
            <pc:docMk/>
            <pc:sldMasterMk cId="3746753745" sldId="2147483733"/>
            <pc:sldLayoutMk cId="3363837117" sldId="2147483741"/>
          </pc:sldLayoutMkLst>
        </pc:sldLayoutChg>
        <pc:sldLayoutChg chg="new replId">
          <pc:chgData name="Dharmesh Parmar" userId="83e4f60b6bc2a0ac" providerId="LiveId" clId="{6087DA9E-49B5-48FE-A168-94EFA05A712C}" dt="2025-04-29T16:59:09.786" v="81" actId="6938"/>
          <pc:sldLayoutMkLst>
            <pc:docMk/>
            <pc:sldMasterMk cId="3746753745" sldId="2147483733"/>
            <pc:sldLayoutMk cId="2916543313" sldId="2147483742"/>
          </pc:sldLayoutMkLst>
        </pc:sldLayoutChg>
        <pc:sldLayoutChg chg="new replId">
          <pc:chgData name="Dharmesh Parmar" userId="83e4f60b6bc2a0ac" providerId="LiveId" clId="{6087DA9E-49B5-48FE-A168-94EFA05A712C}" dt="2025-04-29T16:59:09.786" v="81" actId="6938"/>
          <pc:sldLayoutMkLst>
            <pc:docMk/>
            <pc:sldMasterMk cId="3746753745" sldId="2147483733"/>
            <pc:sldLayoutMk cId="3473068484" sldId="2147483743"/>
          </pc:sldLayoutMkLst>
        </pc:sldLayoutChg>
        <pc:sldLayoutChg chg="new replId">
          <pc:chgData name="Dharmesh Parmar" userId="83e4f60b6bc2a0ac" providerId="LiveId" clId="{6087DA9E-49B5-48FE-A168-94EFA05A712C}" dt="2025-04-29T16:59:09.786" v="81" actId="6938"/>
          <pc:sldLayoutMkLst>
            <pc:docMk/>
            <pc:sldMasterMk cId="3746753745" sldId="2147483733"/>
            <pc:sldLayoutMk cId="862877861" sldId="2147483744"/>
          </pc:sldLayoutMkLst>
        </pc:sldLayoutChg>
      </pc:sldMasterChg>
      <pc:sldMasterChg chg="new del mod addSldLayout">
        <pc:chgData name="Dharmesh Parmar" userId="83e4f60b6bc2a0ac" providerId="LiveId" clId="{6087DA9E-49B5-48FE-A168-94EFA05A712C}" dt="2025-04-29T16:59:14.616" v="83" actId="2696"/>
        <pc:sldMasterMkLst>
          <pc:docMk/>
          <pc:sldMasterMk cId="2647178278" sldId="2147483745"/>
        </pc:sldMasterMkLst>
        <pc:sldLayoutChg chg="new replId">
          <pc:chgData name="Dharmesh Parmar" userId="83e4f60b6bc2a0ac" providerId="LiveId" clId="{6087DA9E-49B5-48FE-A168-94EFA05A712C}" dt="2025-04-29T16:59:10.747" v="82" actId="6938"/>
          <pc:sldLayoutMkLst>
            <pc:docMk/>
            <pc:sldMasterMk cId="2647178278" sldId="2147483745"/>
            <pc:sldLayoutMk cId="398797480" sldId="2147483746"/>
          </pc:sldLayoutMkLst>
        </pc:sldLayoutChg>
        <pc:sldLayoutChg chg="new replId">
          <pc:chgData name="Dharmesh Parmar" userId="83e4f60b6bc2a0ac" providerId="LiveId" clId="{6087DA9E-49B5-48FE-A168-94EFA05A712C}" dt="2025-04-29T16:59:10.747" v="82" actId="6938"/>
          <pc:sldLayoutMkLst>
            <pc:docMk/>
            <pc:sldMasterMk cId="2647178278" sldId="2147483745"/>
            <pc:sldLayoutMk cId="1396129864" sldId="2147483747"/>
          </pc:sldLayoutMkLst>
        </pc:sldLayoutChg>
        <pc:sldLayoutChg chg="new replId">
          <pc:chgData name="Dharmesh Parmar" userId="83e4f60b6bc2a0ac" providerId="LiveId" clId="{6087DA9E-49B5-48FE-A168-94EFA05A712C}" dt="2025-04-29T16:59:10.747" v="82" actId="6938"/>
          <pc:sldLayoutMkLst>
            <pc:docMk/>
            <pc:sldMasterMk cId="2647178278" sldId="2147483745"/>
            <pc:sldLayoutMk cId="939196705" sldId="2147483748"/>
          </pc:sldLayoutMkLst>
        </pc:sldLayoutChg>
        <pc:sldLayoutChg chg="new replId">
          <pc:chgData name="Dharmesh Parmar" userId="83e4f60b6bc2a0ac" providerId="LiveId" clId="{6087DA9E-49B5-48FE-A168-94EFA05A712C}" dt="2025-04-29T16:59:10.747" v="82" actId="6938"/>
          <pc:sldLayoutMkLst>
            <pc:docMk/>
            <pc:sldMasterMk cId="2647178278" sldId="2147483745"/>
            <pc:sldLayoutMk cId="1847240884" sldId="2147483749"/>
          </pc:sldLayoutMkLst>
        </pc:sldLayoutChg>
        <pc:sldLayoutChg chg="new replId">
          <pc:chgData name="Dharmesh Parmar" userId="83e4f60b6bc2a0ac" providerId="LiveId" clId="{6087DA9E-49B5-48FE-A168-94EFA05A712C}" dt="2025-04-29T16:59:10.747" v="82" actId="6938"/>
          <pc:sldLayoutMkLst>
            <pc:docMk/>
            <pc:sldMasterMk cId="2647178278" sldId="2147483745"/>
            <pc:sldLayoutMk cId="514435296" sldId="2147483750"/>
          </pc:sldLayoutMkLst>
        </pc:sldLayoutChg>
        <pc:sldLayoutChg chg="new replId">
          <pc:chgData name="Dharmesh Parmar" userId="83e4f60b6bc2a0ac" providerId="LiveId" clId="{6087DA9E-49B5-48FE-A168-94EFA05A712C}" dt="2025-04-29T16:59:10.747" v="82" actId="6938"/>
          <pc:sldLayoutMkLst>
            <pc:docMk/>
            <pc:sldMasterMk cId="2647178278" sldId="2147483745"/>
            <pc:sldLayoutMk cId="808446547" sldId="2147483751"/>
          </pc:sldLayoutMkLst>
        </pc:sldLayoutChg>
        <pc:sldLayoutChg chg="new replId">
          <pc:chgData name="Dharmesh Parmar" userId="83e4f60b6bc2a0ac" providerId="LiveId" clId="{6087DA9E-49B5-48FE-A168-94EFA05A712C}" dt="2025-04-29T16:59:10.747" v="82" actId="6938"/>
          <pc:sldLayoutMkLst>
            <pc:docMk/>
            <pc:sldMasterMk cId="2647178278" sldId="2147483745"/>
            <pc:sldLayoutMk cId="1473193090" sldId="2147483752"/>
          </pc:sldLayoutMkLst>
        </pc:sldLayoutChg>
        <pc:sldLayoutChg chg="new replId">
          <pc:chgData name="Dharmesh Parmar" userId="83e4f60b6bc2a0ac" providerId="LiveId" clId="{6087DA9E-49B5-48FE-A168-94EFA05A712C}" dt="2025-04-29T16:59:10.747" v="82" actId="6938"/>
          <pc:sldLayoutMkLst>
            <pc:docMk/>
            <pc:sldMasterMk cId="2647178278" sldId="2147483745"/>
            <pc:sldLayoutMk cId="1616465343" sldId="2147483753"/>
          </pc:sldLayoutMkLst>
        </pc:sldLayoutChg>
        <pc:sldLayoutChg chg="new replId">
          <pc:chgData name="Dharmesh Parmar" userId="83e4f60b6bc2a0ac" providerId="LiveId" clId="{6087DA9E-49B5-48FE-A168-94EFA05A712C}" dt="2025-04-29T16:59:10.747" v="82" actId="6938"/>
          <pc:sldLayoutMkLst>
            <pc:docMk/>
            <pc:sldMasterMk cId="2647178278" sldId="2147483745"/>
            <pc:sldLayoutMk cId="1056883004" sldId="2147483754"/>
          </pc:sldLayoutMkLst>
        </pc:sldLayoutChg>
        <pc:sldLayoutChg chg="new replId">
          <pc:chgData name="Dharmesh Parmar" userId="83e4f60b6bc2a0ac" providerId="LiveId" clId="{6087DA9E-49B5-48FE-A168-94EFA05A712C}" dt="2025-04-29T16:59:10.747" v="82" actId="6938"/>
          <pc:sldLayoutMkLst>
            <pc:docMk/>
            <pc:sldMasterMk cId="2647178278" sldId="2147483745"/>
            <pc:sldLayoutMk cId="3896345635" sldId="2147483755"/>
          </pc:sldLayoutMkLst>
        </pc:sldLayoutChg>
        <pc:sldLayoutChg chg="new replId">
          <pc:chgData name="Dharmesh Parmar" userId="83e4f60b6bc2a0ac" providerId="LiveId" clId="{6087DA9E-49B5-48FE-A168-94EFA05A712C}" dt="2025-04-29T16:59:10.747" v="82" actId="6938"/>
          <pc:sldLayoutMkLst>
            <pc:docMk/>
            <pc:sldMasterMk cId="2647178278" sldId="2147483745"/>
            <pc:sldLayoutMk cId="3124800840" sldId="2147483756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D79774-7CF6-4D10-B80F-2A0CA594305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CB6D3E3-8FBB-4EB5-B54C-4111EEC6F014}">
      <dgm:prSet/>
      <dgm:spPr/>
      <dgm:t>
        <a:bodyPr/>
        <a:lstStyle/>
        <a:p>
          <a:pPr>
            <a:defRPr b="1"/>
          </a:pPr>
          <a:r>
            <a:rPr lang="en-IN" b="1" i="0" baseline="0"/>
            <a:t>Monthly Profit Analysis</a:t>
          </a:r>
          <a:r>
            <a:rPr lang="en-IN" b="0" i="0" baseline="0"/>
            <a:t>:</a:t>
          </a:r>
          <a:endParaRPr lang="en-US"/>
        </a:p>
      </dgm:t>
    </dgm:pt>
    <dgm:pt modelId="{51F75620-187C-4EBB-8F4A-13D59257E5F1}" type="parTrans" cxnId="{F7BEAC9E-7691-4598-BA93-376C635C6819}">
      <dgm:prSet/>
      <dgm:spPr/>
      <dgm:t>
        <a:bodyPr/>
        <a:lstStyle/>
        <a:p>
          <a:endParaRPr lang="en-US"/>
        </a:p>
      </dgm:t>
    </dgm:pt>
    <dgm:pt modelId="{AE2A29F2-E2F3-4AC3-B7ED-3DE82A5A99E7}" type="sibTrans" cxnId="{F7BEAC9E-7691-4598-BA93-376C635C6819}">
      <dgm:prSet/>
      <dgm:spPr/>
      <dgm:t>
        <a:bodyPr/>
        <a:lstStyle/>
        <a:p>
          <a:endParaRPr lang="en-US"/>
        </a:p>
      </dgm:t>
    </dgm:pt>
    <dgm:pt modelId="{10AD9591-1ACD-49F0-A7BA-41187DF40969}">
      <dgm:prSet/>
      <dgm:spPr/>
      <dgm:t>
        <a:bodyPr/>
        <a:lstStyle/>
        <a:p>
          <a:r>
            <a:rPr lang="en-US" b="0" i="0" baseline="0"/>
            <a:t>Significant upward trend towards the end of the year, with a sharp peak around November and December.</a:t>
          </a:r>
          <a:endParaRPr lang="en-US"/>
        </a:p>
      </dgm:t>
    </dgm:pt>
    <dgm:pt modelId="{049CB360-501B-4627-BDB0-0BAEF18D203E}" type="parTrans" cxnId="{E3C60441-E293-4E2C-B42B-CCEF44641F6E}">
      <dgm:prSet/>
      <dgm:spPr/>
      <dgm:t>
        <a:bodyPr/>
        <a:lstStyle/>
        <a:p>
          <a:endParaRPr lang="en-US"/>
        </a:p>
      </dgm:t>
    </dgm:pt>
    <dgm:pt modelId="{B73CB7AE-0977-4F0F-9446-B83266876E95}" type="sibTrans" cxnId="{E3C60441-E293-4E2C-B42B-CCEF44641F6E}">
      <dgm:prSet/>
      <dgm:spPr/>
      <dgm:t>
        <a:bodyPr/>
        <a:lstStyle/>
        <a:p>
          <a:endParaRPr lang="en-US"/>
        </a:p>
      </dgm:t>
    </dgm:pt>
    <dgm:pt modelId="{B5924F3E-DB05-4734-9BC9-56840C47BBEE}">
      <dgm:prSet/>
      <dgm:spPr/>
      <dgm:t>
        <a:bodyPr/>
        <a:lstStyle/>
        <a:p>
          <a:pPr>
            <a:defRPr b="1"/>
          </a:pPr>
          <a:r>
            <a:rPr lang="en-IN" b="1" i="0" baseline="0"/>
            <a:t>Profit by Category</a:t>
          </a:r>
          <a:r>
            <a:rPr lang="en-IN" b="0" i="0" baseline="0"/>
            <a:t>:</a:t>
          </a:r>
          <a:endParaRPr lang="en-US"/>
        </a:p>
      </dgm:t>
    </dgm:pt>
    <dgm:pt modelId="{EE784447-9BBE-4C63-B9E1-830D5EC05DAB}" type="parTrans" cxnId="{DD96A9E2-5DA4-4BAF-8C3B-A8F666FBD49E}">
      <dgm:prSet/>
      <dgm:spPr/>
      <dgm:t>
        <a:bodyPr/>
        <a:lstStyle/>
        <a:p>
          <a:endParaRPr lang="en-US"/>
        </a:p>
      </dgm:t>
    </dgm:pt>
    <dgm:pt modelId="{F2E6B6F2-D9A5-480D-A27B-220E02254926}" type="sibTrans" cxnId="{DD96A9E2-5DA4-4BAF-8C3B-A8F666FBD49E}">
      <dgm:prSet/>
      <dgm:spPr/>
      <dgm:t>
        <a:bodyPr/>
        <a:lstStyle/>
        <a:p>
          <a:endParaRPr lang="en-US"/>
        </a:p>
      </dgm:t>
    </dgm:pt>
    <dgm:pt modelId="{74A1E8A0-498C-4BC3-B87D-DC8B643E2872}">
      <dgm:prSet/>
      <dgm:spPr/>
      <dgm:t>
        <a:bodyPr/>
        <a:lstStyle/>
        <a:p>
          <a:r>
            <a:rPr lang="en-US" b="0" i="0" baseline="0"/>
            <a:t>Technology: 50.8% of total profit</a:t>
          </a:r>
          <a:endParaRPr lang="en-US"/>
        </a:p>
      </dgm:t>
    </dgm:pt>
    <dgm:pt modelId="{329D5582-82C7-4FC2-B3FA-3971AAD3C13B}" type="parTrans" cxnId="{978EA895-ACC4-4342-BF00-0A1801458030}">
      <dgm:prSet/>
      <dgm:spPr/>
      <dgm:t>
        <a:bodyPr/>
        <a:lstStyle/>
        <a:p>
          <a:endParaRPr lang="en-US"/>
        </a:p>
      </dgm:t>
    </dgm:pt>
    <dgm:pt modelId="{5DC9FB26-EC41-4B78-9802-61086B0C8288}" type="sibTrans" cxnId="{978EA895-ACC4-4342-BF00-0A1801458030}">
      <dgm:prSet/>
      <dgm:spPr/>
      <dgm:t>
        <a:bodyPr/>
        <a:lstStyle/>
        <a:p>
          <a:endParaRPr lang="en-US"/>
        </a:p>
      </dgm:t>
    </dgm:pt>
    <dgm:pt modelId="{44EBBC6E-5EF2-4D91-B466-C2044DF34544}">
      <dgm:prSet/>
      <dgm:spPr/>
      <dgm:t>
        <a:bodyPr/>
        <a:lstStyle/>
        <a:p>
          <a:r>
            <a:rPr lang="en-IN" b="0" i="0" baseline="0"/>
            <a:t>Office Supplies: 42.8%</a:t>
          </a:r>
          <a:endParaRPr lang="en-US"/>
        </a:p>
      </dgm:t>
    </dgm:pt>
    <dgm:pt modelId="{35C4DFBB-ABFC-4BCF-9130-FFC40513C967}" type="parTrans" cxnId="{34862AF6-4BE9-4BFF-A722-67DCF3B8E481}">
      <dgm:prSet/>
      <dgm:spPr/>
      <dgm:t>
        <a:bodyPr/>
        <a:lstStyle/>
        <a:p>
          <a:endParaRPr lang="en-US"/>
        </a:p>
      </dgm:t>
    </dgm:pt>
    <dgm:pt modelId="{29688E51-04EC-4547-ADC0-A8673C814BF0}" type="sibTrans" cxnId="{34862AF6-4BE9-4BFF-A722-67DCF3B8E481}">
      <dgm:prSet/>
      <dgm:spPr/>
      <dgm:t>
        <a:bodyPr/>
        <a:lstStyle/>
        <a:p>
          <a:endParaRPr lang="en-US"/>
        </a:p>
      </dgm:t>
    </dgm:pt>
    <dgm:pt modelId="{7FDDBB42-AEF5-4599-88BD-1FEAD8B3BBF7}">
      <dgm:prSet/>
      <dgm:spPr/>
      <dgm:t>
        <a:bodyPr/>
        <a:lstStyle/>
        <a:p>
          <a:r>
            <a:rPr lang="en-IN" b="0" i="0" baseline="0"/>
            <a:t>Furniture: 6.4%</a:t>
          </a:r>
          <a:endParaRPr lang="en-US"/>
        </a:p>
      </dgm:t>
    </dgm:pt>
    <dgm:pt modelId="{631A6AC2-2D51-4F75-BC23-D62A67F83220}" type="parTrans" cxnId="{90DB5EB9-CBE5-4952-A44B-2921E88A7A8C}">
      <dgm:prSet/>
      <dgm:spPr/>
      <dgm:t>
        <a:bodyPr/>
        <a:lstStyle/>
        <a:p>
          <a:endParaRPr lang="en-US"/>
        </a:p>
      </dgm:t>
    </dgm:pt>
    <dgm:pt modelId="{D0A40B6C-F5D0-49DB-BBEE-1647AEFDA947}" type="sibTrans" cxnId="{90DB5EB9-CBE5-4952-A44B-2921E88A7A8C}">
      <dgm:prSet/>
      <dgm:spPr/>
      <dgm:t>
        <a:bodyPr/>
        <a:lstStyle/>
        <a:p>
          <a:endParaRPr lang="en-US"/>
        </a:p>
      </dgm:t>
    </dgm:pt>
    <dgm:pt modelId="{2AFCA2F6-25E6-4570-93BB-6E79A2F0D94E}">
      <dgm:prSet/>
      <dgm:spPr/>
      <dgm:t>
        <a:bodyPr/>
        <a:lstStyle/>
        <a:p>
          <a:pPr>
            <a:defRPr b="1"/>
          </a:pPr>
          <a:r>
            <a:rPr lang="en-IN" b="1" i="0" baseline="0"/>
            <a:t>Profit by Sub-Category</a:t>
          </a:r>
          <a:r>
            <a:rPr lang="en-IN" b="0" i="0" baseline="0"/>
            <a:t>:</a:t>
          </a:r>
          <a:endParaRPr lang="en-US"/>
        </a:p>
      </dgm:t>
    </dgm:pt>
    <dgm:pt modelId="{0363CE16-FEDC-41AC-8227-A417DC31F11B}" type="parTrans" cxnId="{618E4961-58A1-4551-AC70-79A4280068BC}">
      <dgm:prSet/>
      <dgm:spPr/>
      <dgm:t>
        <a:bodyPr/>
        <a:lstStyle/>
        <a:p>
          <a:endParaRPr lang="en-US"/>
        </a:p>
      </dgm:t>
    </dgm:pt>
    <dgm:pt modelId="{087B5DA1-7A60-4070-B7A6-C026D8BCFF42}" type="sibTrans" cxnId="{618E4961-58A1-4551-AC70-79A4280068BC}">
      <dgm:prSet/>
      <dgm:spPr/>
      <dgm:t>
        <a:bodyPr/>
        <a:lstStyle/>
        <a:p>
          <a:endParaRPr lang="en-US"/>
        </a:p>
      </dgm:t>
    </dgm:pt>
    <dgm:pt modelId="{DB0C5E3D-78C3-42DC-B929-72DE7F5D2EAF}">
      <dgm:prSet/>
      <dgm:spPr/>
      <dgm:t>
        <a:bodyPr/>
        <a:lstStyle/>
        <a:p>
          <a:r>
            <a:rPr lang="en-US" b="0" i="0" baseline="0"/>
            <a:t>Top Profit Makers: Copiers, Chairs, Machines</a:t>
          </a:r>
          <a:endParaRPr lang="en-US"/>
        </a:p>
      </dgm:t>
    </dgm:pt>
    <dgm:pt modelId="{BADD867D-7F65-472B-90DC-EB3BB7985228}" type="parTrans" cxnId="{41C96952-EA5B-40F8-8C74-2ADEA6EED2CA}">
      <dgm:prSet/>
      <dgm:spPr/>
      <dgm:t>
        <a:bodyPr/>
        <a:lstStyle/>
        <a:p>
          <a:endParaRPr lang="en-US"/>
        </a:p>
      </dgm:t>
    </dgm:pt>
    <dgm:pt modelId="{6B568AD7-1C2E-4393-B701-AAAC89EE4468}" type="sibTrans" cxnId="{41C96952-EA5B-40F8-8C74-2ADEA6EED2CA}">
      <dgm:prSet/>
      <dgm:spPr/>
      <dgm:t>
        <a:bodyPr/>
        <a:lstStyle/>
        <a:p>
          <a:endParaRPr lang="en-US"/>
        </a:p>
      </dgm:t>
    </dgm:pt>
    <dgm:pt modelId="{AE6CCA33-973A-435C-BEFA-9C2D73B09638}">
      <dgm:prSet/>
      <dgm:spPr/>
      <dgm:t>
        <a:bodyPr/>
        <a:lstStyle/>
        <a:p>
          <a:r>
            <a:rPr lang="en-IN" b="0" i="0" baseline="0"/>
            <a:t>Least Profitable: Fasteners, Art</a:t>
          </a:r>
          <a:endParaRPr lang="en-US"/>
        </a:p>
      </dgm:t>
    </dgm:pt>
    <dgm:pt modelId="{0BC39F72-88DE-4BA5-8EC7-F4556FA248CC}" type="parTrans" cxnId="{F540CC7C-4976-44C8-8FD3-B312C03AEE3B}">
      <dgm:prSet/>
      <dgm:spPr/>
      <dgm:t>
        <a:bodyPr/>
        <a:lstStyle/>
        <a:p>
          <a:endParaRPr lang="en-US"/>
        </a:p>
      </dgm:t>
    </dgm:pt>
    <dgm:pt modelId="{79579DDF-EBBD-4831-81DB-59AE2AC4E610}" type="sibTrans" cxnId="{F540CC7C-4976-44C8-8FD3-B312C03AEE3B}">
      <dgm:prSet/>
      <dgm:spPr/>
      <dgm:t>
        <a:bodyPr/>
        <a:lstStyle/>
        <a:p>
          <a:endParaRPr lang="en-US"/>
        </a:p>
      </dgm:t>
    </dgm:pt>
    <dgm:pt modelId="{0BDE7875-EA32-41FC-8B1F-D99C59DC70F7}" type="pres">
      <dgm:prSet presAssocID="{C1D79774-7CF6-4D10-B80F-2A0CA5943055}" presName="root" presStyleCnt="0">
        <dgm:presLayoutVars>
          <dgm:dir/>
          <dgm:resizeHandles val="exact"/>
        </dgm:presLayoutVars>
      </dgm:prSet>
      <dgm:spPr/>
    </dgm:pt>
    <dgm:pt modelId="{F437580B-A091-405C-8723-447F859632A6}" type="pres">
      <dgm:prSet presAssocID="{ECB6D3E3-8FBB-4EB5-B54C-4111EEC6F014}" presName="compNode" presStyleCnt="0"/>
      <dgm:spPr/>
    </dgm:pt>
    <dgm:pt modelId="{8CC20F1D-0B4C-4B13-B8BC-019E53458547}" type="pres">
      <dgm:prSet presAssocID="{ECB6D3E3-8FBB-4EB5-B54C-4111EEC6F01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4A9D5C4C-0AD6-4FE5-A96B-7FF221978708}" type="pres">
      <dgm:prSet presAssocID="{ECB6D3E3-8FBB-4EB5-B54C-4111EEC6F014}" presName="iconSpace" presStyleCnt="0"/>
      <dgm:spPr/>
    </dgm:pt>
    <dgm:pt modelId="{A5111E5A-E5C9-4704-8363-E08BB1AE0865}" type="pres">
      <dgm:prSet presAssocID="{ECB6D3E3-8FBB-4EB5-B54C-4111EEC6F014}" presName="parTx" presStyleLbl="revTx" presStyleIdx="0" presStyleCnt="6">
        <dgm:presLayoutVars>
          <dgm:chMax val="0"/>
          <dgm:chPref val="0"/>
        </dgm:presLayoutVars>
      </dgm:prSet>
      <dgm:spPr/>
    </dgm:pt>
    <dgm:pt modelId="{CC064453-DFC9-44E6-99C7-4D8BBA92911A}" type="pres">
      <dgm:prSet presAssocID="{ECB6D3E3-8FBB-4EB5-B54C-4111EEC6F014}" presName="txSpace" presStyleCnt="0"/>
      <dgm:spPr/>
    </dgm:pt>
    <dgm:pt modelId="{16004DC6-AE94-4549-9052-1EF89FD5AC0F}" type="pres">
      <dgm:prSet presAssocID="{ECB6D3E3-8FBB-4EB5-B54C-4111EEC6F014}" presName="desTx" presStyleLbl="revTx" presStyleIdx="1" presStyleCnt="6">
        <dgm:presLayoutVars/>
      </dgm:prSet>
      <dgm:spPr/>
    </dgm:pt>
    <dgm:pt modelId="{2BA58F77-279B-44C1-8F1A-E6C80EDA6D6E}" type="pres">
      <dgm:prSet presAssocID="{AE2A29F2-E2F3-4AC3-B7ED-3DE82A5A99E7}" presName="sibTrans" presStyleCnt="0"/>
      <dgm:spPr/>
    </dgm:pt>
    <dgm:pt modelId="{D3638F79-AABC-4F95-95ED-7A3A95D34FB1}" type="pres">
      <dgm:prSet presAssocID="{B5924F3E-DB05-4734-9BC9-56840C47BBEE}" presName="compNode" presStyleCnt="0"/>
      <dgm:spPr/>
    </dgm:pt>
    <dgm:pt modelId="{4FFE53EF-F6C3-4626-A2EB-CCEB72E70FB8}" type="pres">
      <dgm:prSet presAssocID="{B5924F3E-DB05-4734-9BC9-56840C47BBE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uch"/>
        </a:ext>
      </dgm:extLst>
    </dgm:pt>
    <dgm:pt modelId="{8180936C-CEE2-4100-B218-4D58C4F7C46F}" type="pres">
      <dgm:prSet presAssocID="{B5924F3E-DB05-4734-9BC9-56840C47BBEE}" presName="iconSpace" presStyleCnt="0"/>
      <dgm:spPr/>
    </dgm:pt>
    <dgm:pt modelId="{2085768F-0F0B-48B2-BA49-605162BB3F5E}" type="pres">
      <dgm:prSet presAssocID="{B5924F3E-DB05-4734-9BC9-56840C47BBEE}" presName="parTx" presStyleLbl="revTx" presStyleIdx="2" presStyleCnt="6">
        <dgm:presLayoutVars>
          <dgm:chMax val="0"/>
          <dgm:chPref val="0"/>
        </dgm:presLayoutVars>
      </dgm:prSet>
      <dgm:spPr/>
    </dgm:pt>
    <dgm:pt modelId="{100EC8FC-849D-4FDF-BE68-E652385E13E9}" type="pres">
      <dgm:prSet presAssocID="{B5924F3E-DB05-4734-9BC9-56840C47BBEE}" presName="txSpace" presStyleCnt="0"/>
      <dgm:spPr/>
    </dgm:pt>
    <dgm:pt modelId="{319BD29E-4414-44F9-980C-8F4926F6056A}" type="pres">
      <dgm:prSet presAssocID="{B5924F3E-DB05-4734-9BC9-56840C47BBEE}" presName="desTx" presStyleLbl="revTx" presStyleIdx="3" presStyleCnt="6">
        <dgm:presLayoutVars/>
      </dgm:prSet>
      <dgm:spPr/>
    </dgm:pt>
    <dgm:pt modelId="{D8045BCE-F1C3-40D6-8354-10F7B6ACB11B}" type="pres">
      <dgm:prSet presAssocID="{F2E6B6F2-D9A5-480D-A27B-220E02254926}" presName="sibTrans" presStyleCnt="0"/>
      <dgm:spPr/>
    </dgm:pt>
    <dgm:pt modelId="{923044F5-1CF8-4D66-9882-E6A7B73034E2}" type="pres">
      <dgm:prSet presAssocID="{2AFCA2F6-25E6-4570-93BB-6E79A2F0D94E}" presName="compNode" presStyleCnt="0"/>
      <dgm:spPr/>
    </dgm:pt>
    <dgm:pt modelId="{D8DD69D5-BCF1-4E82-A02E-CFAB5D6E6211}" type="pres">
      <dgm:prSet presAssocID="{2AFCA2F6-25E6-4570-93BB-6E79A2F0D94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DC6F0082-1028-4A58-9175-8BDA611D493F}" type="pres">
      <dgm:prSet presAssocID="{2AFCA2F6-25E6-4570-93BB-6E79A2F0D94E}" presName="iconSpace" presStyleCnt="0"/>
      <dgm:spPr/>
    </dgm:pt>
    <dgm:pt modelId="{BDDFCB22-41B7-4112-8F2D-D3924CAAC397}" type="pres">
      <dgm:prSet presAssocID="{2AFCA2F6-25E6-4570-93BB-6E79A2F0D94E}" presName="parTx" presStyleLbl="revTx" presStyleIdx="4" presStyleCnt="6">
        <dgm:presLayoutVars>
          <dgm:chMax val="0"/>
          <dgm:chPref val="0"/>
        </dgm:presLayoutVars>
      </dgm:prSet>
      <dgm:spPr/>
    </dgm:pt>
    <dgm:pt modelId="{302AE201-8EAB-44A5-9611-0FFC2DE171AF}" type="pres">
      <dgm:prSet presAssocID="{2AFCA2F6-25E6-4570-93BB-6E79A2F0D94E}" presName="txSpace" presStyleCnt="0"/>
      <dgm:spPr/>
    </dgm:pt>
    <dgm:pt modelId="{137F722A-CEEF-477D-AFE1-2BE38CD5E110}" type="pres">
      <dgm:prSet presAssocID="{2AFCA2F6-25E6-4570-93BB-6E79A2F0D94E}" presName="desTx" presStyleLbl="revTx" presStyleIdx="5" presStyleCnt="6">
        <dgm:presLayoutVars/>
      </dgm:prSet>
      <dgm:spPr/>
    </dgm:pt>
  </dgm:ptLst>
  <dgm:cxnLst>
    <dgm:cxn modelId="{4DF83933-D602-4950-8EC2-2A709FC66536}" type="presOf" srcId="{44EBBC6E-5EF2-4D91-B466-C2044DF34544}" destId="{319BD29E-4414-44F9-980C-8F4926F6056A}" srcOrd="0" destOrd="1" presId="urn:microsoft.com/office/officeart/2018/2/layout/IconLabelDescriptionList"/>
    <dgm:cxn modelId="{E3C60441-E293-4E2C-B42B-CCEF44641F6E}" srcId="{ECB6D3E3-8FBB-4EB5-B54C-4111EEC6F014}" destId="{10AD9591-1ACD-49F0-A7BA-41187DF40969}" srcOrd="0" destOrd="0" parTransId="{049CB360-501B-4627-BDB0-0BAEF18D203E}" sibTransId="{B73CB7AE-0977-4F0F-9446-B83266876E95}"/>
    <dgm:cxn modelId="{618E4961-58A1-4551-AC70-79A4280068BC}" srcId="{C1D79774-7CF6-4D10-B80F-2A0CA5943055}" destId="{2AFCA2F6-25E6-4570-93BB-6E79A2F0D94E}" srcOrd="2" destOrd="0" parTransId="{0363CE16-FEDC-41AC-8227-A417DC31F11B}" sibTransId="{087B5DA1-7A60-4070-B7A6-C026D8BCFF42}"/>
    <dgm:cxn modelId="{95EB2262-40E2-4879-AA2F-97324BAE7AF4}" type="presOf" srcId="{2AFCA2F6-25E6-4570-93BB-6E79A2F0D94E}" destId="{BDDFCB22-41B7-4112-8F2D-D3924CAAC397}" srcOrd="0" destOrd="0" presId="urn:microsoft.com/office/officeart/2018/2/layout/IconLabelDescriptionList"/>
    <dgm:cxn modelId="{41C96952-EA5B-40F8-8C74-2ADEA6EED2CA}" srcId="{2AFCA2F6-25E6-4570-93BB-6E79A2F0D94E}" destId="{DB0C5E3D-78C3-42DC-B929-72DE7F5D2EAF}" srcOrd="0" destOrd="0" parTransId="{BADD867D-7F65-472B-90DC-EB3BB7985228}" sibTransId="{6B568AD7-1C2E-4393-B701-AAAC89EE4468}"/>
    <dgm:cxn modelId="{4F95EA56-F06E-4121-AD39-28333769F0B8}" type="presOf" srcId="{C1D79774-7CF6-4D10-B80F-2A0CA5943055}" destId="{0BDE7875-EA32-41FC-8B1F-D99C59DC70F7}" srcOrd="0" destOrd="0" presId="urn:microsoft.com/office/officeart/2018/2/layout/IconLabelDescriptionList"/>
    <dgm:cxn modelId="{F540CC7C-4976-44C8-8FD3-B312C03AEE3B}" srcId="{2AFCA2F6-25E6-4570-93BB-6E79A2F0D94E}" destId="{AE6CCA33-973A-435C-BEFA-9C2D73B09638}" srcOrd="1" destOrd="0" parTransId="{0BC39F72-88DE-4BA5-8EC7-F4556FA248CC}" sibTransId="{79579DDF-EBBD-4831-81DB-59AE2AC4E610}"/>
    <dgm:cxn modelId="{FD273F88-05B8-4284-8B14-0E367746647C}" type="presOf" srcId="{AE6CCA33-973A-435C-BEFA-9C2D73B09638}" destId="{137F722A-CEEF-477D-AFE1-2BE38CD5E110}" srcOrd="0" destOrd="1" presId="urn:microsoft.com/office/officeart/2018/2/layout/IconLabelDescriptionList"/>
    <dgm:cxn modelId="{978EA895-ACC4-4342-BF00-0A1801458030}" srcId="{B5924F3E-DB05-4734-9BC9-56840C47BBEE}" destId="{74A1E8A0-498C-4BC3-B87D-DC8B643E2872}" srcOrd="0" destOrd="0" parTransId="{329D5582-82C7-4FC2-B3FA-3971AAD3C13B}" sibTransId="{5DC9FB26-EC41-4B78-9802-61086B0C8288}"/>
    <dgm:cxn modelId="{943DDD9A-348D-4715-B01C-C393ACDD000E}" type="presOf" srcId="{DB0C5E3D-78C3-42DC-B929-72DE7F5D2EAF}" destId="{137F722A-CEEF-477D-AFE1-2BE38CD5E110}" srcOrd="0" destOrd="0" presId="urn:microsoft.com/office/officeart/2018/2/layout/IconLabelDescriptionList"/>
    <dgm:cxn modelId="{F7BEAC9E-7691-4598-BA93-376C635C6819}" srcId="{C1D79774-7CF6-4D10-B80F-2A0CA5943055}" destId="{ECB6D3E3-8FBB-4EB5-B54C-4111EEC6F014}" srcOrd="0" destOrd="0" parTransId="{51F75620-187C-4EBB-8F4A-13D59257E5F1}" sibTransId="{AE2A29F2-E2F3-4AC3-B7ED-3DE82A5A99E7}"/>
    <dgm:cxn modelId="{7EF985A4-009B-44FE-BE04-3FE07A8E6B21}" type="presOf" srcId="{74A1E8A0-498C-4BC3-B87D-DC8B643E2872}" destId="{319BD29E-4414-44F9-980C-8F4926F6056A}" srcOrd="0" destOrd="0" presId="urn:microsoft.com/office/officeart/2018/2/layout/IconLabelDescriptionList"/>
    <dgm:cxn modelId="{2916BEB4-F4CE-4E9B-8CAA-95C5326D5D16}" type="presOf" srcId="{7FDDBB42-AEF5-4599-88BD-1FEAD8B3BBF7}" destId="{319BD29E-4414-44F9-980C-8F4926F6056A}" srcOrd="0" destOrd="2" presId="urn:microsoft.com/office/officeart/2018/2/layout/IconLabelDescriptionList"/>
    <dgm:cxn modelId="{90DB5EB9-CBE5-4952-A44B-2921E88A7A8C}" srcId="{B5924F3E-DB05-4734-9BC9-56840C47BBEE}" destId="{7FDDBB42-AEF5-4599-88BD-1FEAD8B3BBF7}" srcOrd="2" destOrd="0" parTransId="{631A6AC2-2D51-4F75-BC23-D62A67F83220}" sibTransId="{D0A40B6C-F5D0-49DB-BBEE-1647AEFDA947}"/>
    <dgm:cxn modelId="{FD0A5BC9-132E-4D3C-A35A-CE3BFC728A9E}" type="presOf" srcId="{ECB6D3E3-8FBB-4EB5-B54C-4111EEC6F014}" destId="{A5111E5A-E5C9-4704-8363-E08BB1AE0865}" srcOrd="0" destOrd="0" presId="urn:microsoft.com/office/officeart/2018/2/layout/IconLabelDescriptionList"/>
    <dgm:cxn modelId="{47B8A5D2-2D36-4CBE-A8AE-71AB506FD8E2}" type="presOf" srcId="{B5924F3E-DB05-4734-9BC9-56840C47BBEE}" destId="{2085768F-0F0B-48B2-BA49-605162BB3F5E}" srcOrd="0" destOrd="0" presId="urn:microsoft.com/office/officeart/2018/2/layout/IconLabelDescriptionList"/>
    <dgm:cxn modelId="{DD96A9E2-5DA4-4BAF-8C3B-A8F666FBD49E}" srcId="{C1D79774-7CF6-4D10-B80F-2A0CA5943055}" destId="{B5924F3E-DB05-4734-9BC9-56840C47BBEE}" srcOrd="1" destOrd="0" parTransId="{EE784447-9BBE-4C63-B9E1-830D5EC05DAB}" sibTransId="{F2E6B6F2-D9A5-480D-A27B-220E02254926}"/>
    <dgm:cxn modelId="{7A7F6CF3-9A1E-4BDE-BAB1-73CDF53D6DC0}" type="presOf" srcId="{10AD9591-1ACD-49F0-A7BA-41187DF40969}" destId="{16004DC6-AE94-4549-9052-1EF89FD5AC0F}" srcOrd="0" destOrd="0" presId="urn:microsoft.com/office/officeart/2018/2/layout/IconLabelDescriptionList"/>
    <dgm:cxn modelId="{34862AF6-4BE9-4BFF-A722-67DCF3B8E481}" srcId="{B5924F3E-DB05-4734-9BC9-56840C47BBEE}" destId="{44EBBC6E-5EF2-4D91-B466-C2044DF34544}" srcOrd="1" destOrd="0" parTransId="{35C4DFBB-ABFC-4BCF-9130-FFC40513C967}" sibTransId="{29688E51-04EC-4547-ADC0-A8673C814BF0}"/>
    <dgm:cxn modelId="{11E61359-7E66-47B7-A403-320EDAD76497}" type="presParOf" srcId="{0BDE7875-EA32-41FC-8B1F-D99C59DC70F7}" destId="{F437580B-A091-405C-8723-447F859632A6}" srcOrd="0" destOrd="0" presId="urn:microsoft.com/office/officeart/2018/2/layout/IconLabelDescriptionList"/>
    <dgm:cxn modelId="{D09DCF0B-21C4-4671-B8E5-B829A716AC2B}" type="presParOf" srcId="{F437580B-A091-405C-8723-447F859632A6}" destId="{8CC20F1D-0B4C-4B13-B8BC-019E53458547}" srcOrd="0" destOrd="0" presId="urn:microsoft.com/office/officeart/2018/2/layout/IconLabelDescriptionList"/>
    <dgm:cxn modelId="{0FB2ED94-599A-4917-9F73-9B71A7F3BF31}" type="presParOf" srcId="{F437580B-A091-405C-8723-447F859632A6}" destId="{4A9D5C4C-0AD6-4FE5-A96B-7FF221978708}" srcOrd="1" destOrd="0" presId="urn:microsoft.com/office/officeart/2018/2/layout/IconLabelDescriptionList"/>
    <dgm:cxn modelId="{CB3EEF7C-230E-482C-B0F9-49EBB093C132}" type="presParOf" srcId="{F437580B-A091-405C-8723-447F859632A6}" destId="{A5111E5A-E5C9-4704-8363-E08BB1AE0865}" srcOrd="2" destOrd="0" presId="urn:microsoft.com/office/officeart/2018/2/layout/IconLabelDescriptionList"/>
    <dgm:cxn modelId="{2ECD82A9-4028-4965-A84B-2540731F49C2}" type="presParOf" srcId="{F437580B-A091-405C-8723-447F859632A6}" destId="{CC064453-DFC9-44E6-99C7-4D8BBA92911A}" srcOrd="3" destOrd="0" presId="urn:microsoft.com/office/officeart/2018/2/layout/IconLabelDescriptionList"/>
    <dgm:cxn modelId="{17438E5C-30FE-43A3-BA6F-2892672B03A7}" type="presParOf" srcId="{F437580B-A091-405C-8723-447F859632A6}" destId="{16004DC6-AE94-4549-9052-1EF89FD5AC0F}" srcOrd="4" destOrd="0" presId="urn:microsoft.com/office/officeart/2018/2/layout/IconLabelDescriptionList"/>
    <dgm:cxn modelId="{2FF9C8D6-F08C-4AC4-A26F-82BAB8672727}" type="presParOf" srcId="{0BDE7875-EA32-41FC-8B1F-D99C59DC70F7}" destId="{2BA58F77-279B-44C1-8F1A-E6C80EDA6D6E}" srcOrd="1" destOrd="0" presId="urn:microsoft.com/office/officeart/2018/2/layout/IconLabelDescriptionList"/>
    <dgm:cxn modelId="{BA110F9A-88F1-4D2A-B665-AC417096F666}" type="presParOf" srcId="{0BDE7875-EA32-41FC-8B1F-D99C59DC70F7}" destId="{D3638F79-AABC-4F95-95ED-7A3A95D34FB1}" srcOrd="2" destOrd="0" presId="urn:microsoft.com/office/officeart/2018/2/layout/IconLabelDescriptionList"/>
    <dgm:cxn modelId="{F8A03A99-1378-48E9-BA53-8C7CCC6C8B22}" type="presParOf" srcId="{D3638F79-AABC-4F95-95ED-7A3A95D34FB1}" destId="{4FFE53EF-F6C3-4626-A2EB-CCEB72E70FB8}" srcOrd="0" destOrd="0" presId="urn:microsoft.com/office/officeart/2018/2/layout/IconLabelDescriptionList"/>
    <dgm:cxn modelId="{B88BA363-327D-4496-90D9-730309B2F1D2}" type="presParOf" srcId="{D3638F79-AABC-4F95-95ED-7A3A95D34FB1}" destId="{8180936C-CEE2-4100-B218-4D58C4F7C46F}" srcOrd="1" destOrd="0" presId="urn:microsoft.com/office/officeart/2018/2/layout/IconLabelDescriptionList"/>
    <dgm:cxn modelId="{2AED5B59-A817-44B5-84E1-2AB1A095495F}" type="presParOf" srcId="{D3638F79-AABC-4F95-95ED-7A3A95D34FB1}" destId="{2085768F-0F0B-48B2-BA49-605162BB3F5E}" srcOrd="2" destOrd="0" presId="urn:microsoft.com/office/officeart/2018/2/layout/IconLabelDescriptionList"/>
    <dgm:cxn modelId="{A27E89EE-823D-4370-82D4-FA2972093A8A}" type="presParOf" srcId="{D3638F79-AABC-4F95-95ED-7A3A95D34FB1}" destId="{100EC8FC-849D-4FDF-BE68-E652385E13E9}" srcOrd="3" destOrd="0" presId="urn:microsoft.com/office/officeart/2018/2/layout/IconLabelDescriptionList"/>
    <dgm:cxn modelId="{96B9A455-9243-4C64-9822-A978678C3EC1}" type="presParOf" srcId="{D3638F79-AABC-4F95-95ED-7A3A95D34FB1}" destId="{319BD29E-4414-44F9-980C-8F4926F6056A}" srcOrd="4" destOrd="0" presId="urn:microsoft.com/office/officeart/2018/2/layout/IconLabelDescriptionList"/>
    <dgm:cxn modelId="{09CE9C42-9EC1-4B0F-9A4E-63C3078CEFB8}" type="presParOf" srcId="{0BDE7875-EA32-41FC-8B1F-D99C59DC70F7}" destId="{D8045BCE-F1C3-40D6-8354-10F7B6ACB11B}" srcOrd="3" destOrd="0" presId="urn:microsoft.com/office/officeart/2018/2/layout/IconLabelDescriptionList"/>
    <dgm:cxn modelId="{F5754CC9-B425-4571-8095-78CC8FC4F13C}" type="presParOf" srcId="{0BDE7875-EA32-41FC-8B1F-D99C59DC70F7}" destId="{923044F5-1CF8-4D66-9882-E6A7B73034E2}" srcOrd="4" destOrd="0" presId="urn:microsoft.com/office/officeart/2018/2/layout/IconLabelDescriptionList"/>
    <dgm:cxn modelId="{F83F5D5F-71CC-47B5-930D-2C5EF43A055D}" type="presParOf" srcId="{923044F5-1CF8-4D66-9882-E6A7B73034E2}" destId="{D8DD69D5-BCF1-4E82-A02E-CFAB5D6E6211}" srcOrd="0" destOrd="0" presId="urn:microsoft.com/office/officeart/2018/2/layout/IconLabelDescriptionList"/>
    <dgm:cxn modelId="{65930CC8-C440-4786-AD52-0C81336CBF91}" type="presParOf" srcId="{923044F5-1CF8-4D66-9882-E6A7B73034E2}" destId="{DC6F0082-1028-4A58-9175-8BDA611D493F}" srcOrd="1" destOrd="0" presId="urn:microsoft.com/office/officeart/2018/2/layout/IconLabelDescriptionList"/>
    <dgm:cxn modelId="{E3B50794-88B9-4A25-8B7B-D72D0CF80CC8}" type="presParOf" srcId="{923044F5-1CF8-4D66-9882-E6A7B73034E2}" destId="{BDDFCB22-41B7-4112-8F2D-D3924CAAC397}" srcOrd="2" destOrd="0" presId="urn:microsoft.com/office/officeart/2018/2/layout/IconLabelDescriptionList"/>
    <dgm:cxn modelId="{AF9E76E2-C255-4A36-8401-5261C2BCDD92}" type="presParOf" srcId="{923044F5-1CF8-4D66-9882-E6A7B73034E2}" destId="{302AE201-8EAB-44A5-9611-0FFC2DE171AF}" srcOrd="3" destOrd="0" presId="urn:microsoft.com/office/officeart/2018/2/layout/IconLabelDescriptionList"/>
    <dgm:cxn modelId="{FD5A9ADF-C39B-4CE2-A2BF-5C369B8146B0}" type="presParOf" srcId="{923044F5-1CF8-4D66-9882-E6A7B73034E2}" destId="{137F722A-CEEF-477D-AFE1-2BE38CD5E11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20F1D-0B4C-4B13-B8BC-019E53458547}">
      <dsp:nvSpPr>
        <dsp:cNvPr id="0" name=""/>
        <dsp:cNvSpPr/>
      </dsp:nvSpPr>
      <dsp:spPr>
        <a:xfrm>
          <a:off x="393" y="824693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11E5A-E5C9-4704-8363-E08BB1AE0865}">
      <dsp:nvSpPr>
        <dsp:cNvPr id="0" name=""/>
        <dsp:cNvSpPr/>
      </dsp:nvSpPr>
      <dsp:spPr>
        <a:xfrm>
          <a:off x="393" y="2039439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300" b="1" i="0" kern="1200" baseline="0"/>
            <a:t>Monthly Profit Analysis</a:t>
          </a:r>
          <a:r>
            <a:rPr lang="en-IN" sz="2300" b="0" i="0" kern="1200" baseline="0"/>
            <a:t>:</a:t>
          </a:r>
          <a:endParaRPr lang="en-US" sz="2300" kern="1200"/>
        </a:p>
      </dsp:txBody>
      <dsp:txXfrm>
        <a:off x="393" y="2039439"/>
        <a:ext cx="3138750" cy="470812"/>
      </dsp:txXfrm>
    </dsp:sp>
    <dsp:sp modelId="{16004DC6-AE94-4549-9052-1EF89FD5AC0F}">
      <dsp:nvSpPr>
        <dsp:cNvPr id="0" name=""/>
        <dsp:cNvSpPr/>
      </dsp:nvSpPr>
      <dsp:spPr>
        <a:xfrm>
          <a:off x="393" y="2564291"/>
          <a:ext cx="3138750" cy="96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Significant upward trend towards the end of the year, with a sharp peak around November and December.</a:t>
          </a:r>
          <a:endParaRPr lang="en-US" sz="1700" kern="1200"/>
        </a:p>
      </dsp:txBody>
      <dsp:txXfrm>
        <a:off x="393" y="2564291"/>
        <a:ext cx="3138750" cy="962354"/>
      </dsp:txXfrm>
    </dsp:sp>
    <dsp:sp modelId="{4FFE53EF-F6C3-4626-A2EB-CCEB72E70FB8}">
      <dsp:nvSpPr>
        <dsp:cNvPr id="0" name=""/>
        <dsp:cNvSpPr/>
      </dsp:nvSpPr>
      <dsp:spPr>
        <a:xfrm>
          <a:off x="3688425" y="824693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85768F-0F0B-48B2-BA49-605162BB3F5E}">
      <dsp:nvSpPr>
        <dsp:cNvPr id="0" name=""/>
        <dsp:cNvSpPr/>
      </dsp:nvSpPr>
      <dsp:spPr>
        <a:xfrm>
          <a:off x="3688425" y="2039439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300" b="1" i="0" kern="1200" baseline="0"/>
            <a:t>Profit by Category</a:t>
          </a:r>
          <a:r>
            <a:rPr lang="en-IN" sz="2300" b="0" i="0" kern="1200" baseline="0"/>
            <a:t>:</a:t>
          </a:r>
          <a:endParaRPr lang="en-US" sz="2300" kern="1200"/>
        </a:p>
      </dsp:txBody>
      <dsp:txXfrm>
        <a:off x="3688425" y="2039439"/>
        <a:ext cx="3138750" cy="470812"/>
      </dsp:txXfrm>
    </dsp:sp>
    <dsp:sp modelId="{319BD29E-4414-44F9-980C-8F4926F6056A}">
      <dsp:nvSpPr>
        <dsp:cNvPr id="0" name=""/>
        <dsp:cNvSpPr/>
      </dsp:nvSpPr>
      <dsp:spPr>
        <a:xfrm>
          <a:off x="3688425" y="2564291"/>
          <a:ext cx="3138750" cy="96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Technology: 50.8% of total profit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baseline="0"/>
            <a:t>Office Supplies: 42.8%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baseline="0"/>
            <a:t>Furniture: 6.4%</a:t>
          </a:r>
          <a:endParaRPr lang="en-US" sz="1700" kern="1200"/>
        </a:p>
      </dsp:txBody>
      <dsp:txXfrm>
        <a:off x="3688425" y="2564291"/>
        <a:ext cx="3138750" cy="962354"/>
      </dsp:txXfrm>
    </dsp:sp>
    <dsp:sp modelId="{D8DD69D5-BCF1-4E82-A02E-CFAB5D6E6211}">
      <dsp:nvSpPr>
        <dsp:cNvPr id="0" name=""/>
        <dsp:cNvSpPr/>
      </dsp:nvSpPr>
      <dsp:spPr>
        <a:xfrm>
          <a:off x="7376456" y="824693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DFCB22-41B7-4112-8F2D-D3924CAAC397}">
      <dsp:nvSpPr>
        <dsp:cNvPr id="0" name=""/>
        <dsp:cNvSpPr/>
      </dsp:nvSpPr>
      <dsp:spPr>
        <a:xfrm>
          <a:off x="7376456" y="2039439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300" b="1" i="0" kern="1200" baseline="0"/>
            <a:t>Profit by Sub-Category</a:t>
          </a:r>
          <a:r>
            <a:rPr lang="en-IN" sz="2300" b="0" i="0" kern="1200" baseline="0"/>
            <a:t>:</a:t>
          </a:r>
          <a:endParaRPr lang="en-US" sz="2300" kern="1200"/>
        </a:p>
      </dsp:txBody>
      <dsp:txXfrm>
        <a:off x="7376456" y="2039439"/>
        <a:ext cx="3138750" cy="470812"/>
      </dsp:txXfrm>
    </dsp:sp>
    <dsp:sp modelId="{137F722A-CEEF-477D-AFE1-2BE38CD5E110}">
      <dsp:nvSpPr>
        <dsp:cNvPr id="0" name=""/>
        <dsp:cNvSpPr/>
      </dsp:nvSpPr>
      <dsp:spPr>
        <a:xfrm>
          <a:off x="7376456" y="2564291"/>
          <a:ext cx="3138750" cy="96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Top Profit Makers: Copiers, Chairs, Machines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baseline="0"/>
            <a:t>Least Profitable: Fasteners, Art</a:t>
          </a:r>
          <a:endParaRPr lang="en-US" sz="1700" kern="1200"/>
        </a:p>
      </dsp:txBody>
      <dsp:txXfrm>
        <a:off x="7376456" y="2564291"/>
        <a:ext cx="3138750" cy="9623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0FAA-3735-2138-2203-497B5EACB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C84FC0-DE78-CDFA-9AE1-F6D195223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0ACB2-9F49-BF6D-EDD5-708D1C7BB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68D5F-CFE0-4CED-BC45-36E4A5B57667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05937-5992-4D48-09F5-625D96B7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AF8CF-A69B-9CAF-FE14-CF79B46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F1047-7262-4B0F-9410-7888F7F26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542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AB27-BB89-22E7-68E9-A63017CFD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96220-F744-85CB-669D-2B70FEB32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34664-AC10-796B-F28A-A52332A10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68D5F-CFE0-4CED-BC45-36E4A5B57667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FA81D-0A5E-2D89-F7C7-3E91607A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D5636-3622-CEB0-DFA4-1B8AFF93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F1047-7262-4B0F-9410-7888F7F26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899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5162-0714-4543-4087-BC4741969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8FE19-66DF-E75E-AB81-511F347ED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69BF0-1E43-AE9D-E8A9-CE1DABFB5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68D5F-CFE0-4CED-BC45-36E4A5B57667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DE735-4525-2A7D-E4FC-47A6993BB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E9922-EFEA-244C-6F41-3E1E83C3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F1047-7262-4B0F-9410-7888F7F26F38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43CB3-E28F-5FF2-7A84-9193B4E27F5E}"/>
              </a:ext>
            </a:extLst>
          </p:cNvPr>
          <p:cNvSpPr txBox="1"/>
          <p:nvPr userDrawn="1"/>
        </p:nvSpPr>
        <p:spPr>
          <a:xfrm rot="21219748">
            <a:off x="7416801" y="5448987"/>
            <a:ext cx="3484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Dharmesh Parmar</a:t>
            </a:r>
          </a:p>
        </p:txBody>
      </p:sp>
    </p:spTree>
    <p:extLst>
      <p:ext uri="{BB962C8B-B14F-4D97-AF65-F5344CB8AC3E}">
        <p14:creationId xmlns:p14="http://schemas.microsoft.com/office/powerpoint/2010/main" val="32443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7118D-B1D6-6C5D-F814-48BAEE05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79426-B32A-90DA-02DA-904FF7916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A6FA9-60A6-14D0-0C0D-5B0175276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93739-BEE1-62E4-5110-50ED41F3D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68D5F-CFE0-4CED-BC45-36E4A5B57667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F825B-4CD1-B46E-D85F-D2FF9A596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CA16B-7C35-45B4-026F-9A20DFB03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F1047-7262-4B0F-9410-7888F7F26F3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9B4F9C-9147-FFBB-D975-EA137367FE89}"/>
              </a:ext>
            </a:extLst>
          </p:cNvPr>
          <p:cNvSpPr txBox="1"/>
          <p:nvPr userDrawn="1"/>
        </p:nvSpPr>
        <p:spPr>
          <a:xfrm rot="21219748">
            <a:off x="7416801" y="5448987"/>
            <a:ext cx="3484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Dharmesh Parmar</a:t>
            </a:r>
          </a:p>
        </p:txBody>
      </p:sp>
    </p:spTree>
    <p:extLst>
      <p:ext uri="{BB962C8B-B14F-4D97-AF65-F5344CB8AC3E}">
        <p14:creationId xmlns:p14="http://schemas.microsoft.com/office/powerpoint/2010/main" val="1236944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4F48-82C2-F689-D73E-8C107F6B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36365-7D23-C8E8-67E7-EA3016B0E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870AA-B7C8-E9F9-0E40-67D78772E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522C0-F6DA-30A1-8676-D413789AB1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C3B6B-18DD-C934-4C25-F40BE3893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FECB90-B4C5-AC58-4F09-D87430771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68D5F-CFE0-4CED-BC45-36E4A5B57667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F1B71-18BB-0AA6-F0BC-9C45DB070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AE7EB9-C2C0-ACA8-006B-9E1DB036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F1047-7262-4B0F-9410-7888F7F26F3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1C280-7A38-E35A-B119-EBBEAFA834C2}"/>
              </a:ext>
            </a:extLst>
          </p:cNvPr>
          <p:cNvSpPr txBox="1"/>
          <p:nvPr userDrawn="1"/>
        </p:nvSpPr>
        <p:spPr>
          <a:xfrm rot="21219748">
            <a:off x="7416801" y="5448987"/>
            <a:ext cx="3484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Dharmesh Parmar</a:t>
            </a:r>
          </a:p>
        </p:txBody>
      </p:sp>
    </p:spTree>
    <p:extLst>
      <p:ext uri="{BB962C8B-B14F-4D97-AF65-F5344CB8AC3E}">
        <p14:creationId xmlns:p14="http://schemas.microsoft.com/office/powerpoint/2010/main" val="38825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61016-FD32-F121-0859-59BCA321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ADC737-AB19-DB64-A281-30E91323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68D5F-CFE0-4CED-BC45-36E4A5B57667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D9567-7092-2C99-4953-B8CB4C44A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424D7-7102-7210-093A-DFC50088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F1047-7262-4B0F-9410-7888F7F26F38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A85AB-39E3-14F0-12E1-4B80B58A8B8C}"/>
              </a:ext>
            </a:extLst>
          </p:cNvPr>
          <p:cNvSpPr txBox="1"/>
          <p:nvPr userDrawn="1"/>
        </p:nvSpPr>
        <p:spPr>
          <a:xfrm rot="21219748">
            <a:off x="7416801" y="5448987"/>
            <a:ext cx="3484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Dharmesh Parmar</a:t>
            </a:r>
          </a:p>
        </p:txBody>
      </p:sp>
    </p:spTree>
    <p:extLst>
      <p:ext uri="{BB962C8B-B14F-4D97-AF65-F5344CB8AC3E}">
        <p14:creationId xmlns:p14="http://schemas.microsoft.com/office/powerpoint/2010/main" val="2896193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C35170-7D76-ECE3-B1B8-F55880CA5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68D5F-CFE0-4CED-BC45-36E4A5B57667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49CCD4-60EB-FCD4-C71B-374845741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C934A-D57F-772E-E8C7-1864A5611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F1047-7262-4B0F-9410-7888F7F26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63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6983C-2E5B-344F-A388-9785A697D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9FD58-A660-553C-5B2A-328818DBD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4D6B4-68BD-3970-02CA-555774553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FFDAE-D667-34AD-3E33-001C53795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68D5F-CFE0-4CED-BC45-36E4A5B57667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31957-855C-B597-106A-A7BCB899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CD937-472A-2E76-C218-7A76058B3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F1047-7262-4B0F-9410-7888F7F26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897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5571D-3C79-4496-5CC1-4D9CBC934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83820-B4CA-B74B-84BA-C3566D7919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B1BCA-232D-CCE8-C1ED-E5CB93602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E5C3F-EA52-28F8-DA8C-8D4666F08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68D5F-CFE0-4CED-BC45-36E4A5B57667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B4D8C-6C41-1771-EA48-76FDDF8F4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B9088-271B-B74F-9769-DF062366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F1047-7262-4B0F-9410-7888F7F26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657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55025-C9DC-B2C6-1421-722654A77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F88DE-C5CA-7070-33A1-685B1CDF7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F6696-8784-1B31-7B60-D6F24663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68D5F-CFE0-4CED-BC45-36E4A5B57667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3E50D-AD97-D302-E9CD-235C475EB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FD1B6-43B2-BDFA-3E9C-DA6D499EE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F1047-7262-4B0F-9410-7888F7F26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09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505112-3138-1A6A-FA8E-2D6C4990A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E3592-7E7B-74EF-71D6-7C399BBDB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2A93C-1D08-A238-3180-18658349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68D5F-CFE0-4CED-BC45-36E4A5B57667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1F413-8041-9EFF-4EE6-CE7C01DF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91A70-235A-88A6-0073-F8051A15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F1047-7262-4B0F-9410-7888F7F26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397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043F6-B31E-464E-1A59-6AF060A1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56DA2-C4A8-7137-C511-B02640440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3D52B-FE6E-70CF-48FC-CD7AC9C38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9AD0E-CDF3-4AA1-B6A8-859383AE5D6E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1529F-3827-194D-1F3B-EC4205860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06625-476B-8F28-8461-4749E26C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267EB-16A7-44E8-BC38-480D2E89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775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9D477-A503-0211-079B-7941818ED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BDEE0-1F13-4111-789A-8B367157D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27083-F8E2-F55F-4CFC-EBB759C76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C671-A7BC-4532-9763-6E3482E0BECF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E71B8-755A-4047-56FD-C7096E2C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AE734-4724-D52F-CC62-BF157427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997FF-0E57-4577-9BB0-31F07FBC2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691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F571-FCEF-97C8-6B35-EDE1CB768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29845-F4AE-6C86-A4C3-92BD7A03F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D85DE-6D34-F79E-9A47-DA3FF716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C671-A7BC-4532-9763-6E3482E0BECF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BC19A-2A73-0A1F-5A58-51FA979AB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3C1F8-C2C5-CD56-814B-E4DF6B67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997FF-0E57-4577-9BB0-31F07FBC2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954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E652E-52E5-FC91-F11A-1584659DE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AA472-9B54-67B1-2CB4-2FE073EA5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BD3A0-0280-4A7E-4A05-6025B183E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C671-A7BC-4532-9763-6E3482E0BECF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168CB-2737-9460-3A58-E2AE3D2EC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DBF18-9916-716B-4C45-DC28A092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997FF-0E57-4577-9BB0-31F07FBC2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871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C718-747B-CD93-132C-18299C44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8E205-F099-C562-F069-1A2E1FF60A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6C3CC-52D9-8590-1CDA-90D13ED8E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C22C85-9B4F-B33E-F1F5-B215C2857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C671-A7BC-4532-9763-6E3482E0BECF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15B96-B32F-048F-341F-D89CC9183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65F6E-7DAD-1638-CAA7-A1F017CA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997FF-0E57-4577-9BB0-31F07FBC2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854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861F-D610-8B23-DA43-5415198D3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FA08E-B540-350D-1B2E-63F68936C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EC6C8-5EF5-BDF9-53C0-3ADCFF011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51553-1A83-FEBE-7AD9-522D5FB9B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02F16-3D96-A49D-7350-959593A80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F5227E-B614-47DC-51ED-19DD968B3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C671-A7BC-4532-9763-6E3482E0BECF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2AFABD-9395-58CD-AC56-53FA73B8D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651FF2-EFC8-A744-8776-A542F683A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997FF-0E57-4577-9BB0-31F07FBC2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944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95AD-DE32-27CB-4126-7643DE786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0C55AE-B401-5A26-E4D1-897926204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C671-A7BC-4532-9763-6E3482E0BECF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CF2704-7E4E-D1B9-31A8-520B827B2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3728C-7EB9-689A-59AD-A0829C6C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997FF-0E57-4577-9BB0-31F07FBC2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97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71D814-C1B1-8193-12DE-7E295051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C671-A7BC-4532-9763-6E3482E0BECF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378172-08F5-03A8-5387-0BD7B29F4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B7889-ADCE-1DBA-09C6-588FF41D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997FF-0E57-4577-9BB0-31F07FBC2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8209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CFA3-5EF7-7976-8E4F-221A0B536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F8693-0596-E1B8-CB72-105DD3FA6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9CE79-894F-494A-F5CA-8D952967F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59EB8-3407-703F-F8EC-2F96A22AD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C671-A7BC-4532-9763-6E3482E0BECF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C1160-A143-396B-B5CE-2961C33B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58B4D-C272-D98C-9644-AE6528F00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997FF-0E57-4577-9BB0-31F07FBC2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7795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10B06-D054-549A-2220-2A57DB384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F59031-66D6-ED03-D5AF-DF7FD35E7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07DBE-37B4-6899-58B6-E2646D6B3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EFE7C-91B7-A65C-0A38-A9195841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C671-A7BC-4532-9763-6E3482E0BECF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095B8-A85B-CF59-B561-D91A79449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82FBB-5749-E587-55A5-CF81075F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997FF-0E57-4577-9BB0-31F07FBC2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6863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41957-3A9B-8250-3FB2-ACC176068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28703-68DB-0E48-9040-CBE458B96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4825-F7F2-691D-A7A9-20DE7AA2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C671-A7BC-4532-9763-6E3482E0BECF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8B877-C4B8-821C-F5FD-AA0554A5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DA5D-24B4-8970-ADB7-709E3474D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997FF-0E57-4577-9BB0-31F07FBC2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115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8219B1-3BC0-041C-4ECB-1EC210645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E614C-20A6-2112-BD56-0414F285B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29A8D-95C7-B903-E635-36FF33675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C671-A7BC-4532-9763-6E3482E0BECF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FA733-EA28-AC19-9F22-F06778D3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20405-2C84-2B44-4E83-598569D1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997FF-0E57-4577-9BB0-31F07FBC2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561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8F685-5B71-5494-5516-1EBF0A3FC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F8F54-86C3-22A8-C305-E953B1AAF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EF474-B8D9-8F96-32BF-FD888BD9C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F67A-62CA-4DDC-A046-F372DFAE2B8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30FEC-814F-F9D9-D3F0-D2488045B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78A9A-5A52-2D45-109E-2BB43DEF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E1E5-4028-4BA3-96BB-BBE509918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8066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257E7-8D02-6827-D959-6E289F9B9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E8F23-C7DA-D672-54FE-D6B9F95FB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DA2F3-926B-14B4-0DB1-79373C00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F67A-62CA-4DDC-A046-F372DFAE2B8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52693-42AC-2F37-3D91-AACCB1A66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65311-CEF1-ADD1-C21E-69F5B0F2B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E1E5-4028-4BA3-96BB-BBE509918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7758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BE5BE-386C-57BA-AE0E-89C9EF93D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305E7-0B48-5034-6A77-11535F174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746C7-95A4-38A2-FBC5-4F5CC0ECA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F67A-62CA-4DDC-A046-F372DFAE2B8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0713A-43B3-EE52-C800-CE549BA90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4ADD3-BFB5-0268-3416-A748C34EB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E1E5-4028-4BA3-96BB-BBE509918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3508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19767-A102-9D5E-5E9C-4F98C4D8A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18391-6CEB-8E30-6242-801EDDB19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DD776-FE1F-DD84-0EAE-4FDB6F05D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F4151-9A61-EC21-6317-7F0793C98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F67A-62CA-4DDC-A046-F372DFAE2B8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31F3F-9A37-5032-2B45-7CEC2695F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17635-155F-B12F-DE29-11E5A31A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E1E5-4028-4BA3-96BB-BBE509918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303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E8E0E-3B43-AD91-EA1E-1EDCF134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4634B-1EAB-AF96-F37C-1157D1576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2ACA8-0EF2-0E35-B13C-FA5FBA819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1DED6-9107-ADF5-BA18-06BD0378E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74E7EB-1655-3865-3DE4-36C08284F4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137002-B4F0-E09F-D1FA-DD0C558AC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F67A-62CA-4DDC-A046-F372DFAE2B8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283662-2DE7-A3BE-594C-7145B8A3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FE75A-0447-3D67-17B5-D488EF44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E1E5-4028-4BA3-96BB-BBE509918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0095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FF030-AD7B-0ED8-6FF2-12D9E9F55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00CA7-896D-81BF-A1BC-7CC096101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F67A-62CA-4DDC-A046-F372DFAE2B8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476FC-7474-FD44-21BF-9652408D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96678-C255-DD30-8AE9-42AA05976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E1E5-4028-4BA3-96BB-BBE509918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3906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891B8-D053-CC03-20BF-5D286536D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F67A-62CA-4DDC-A046-F372DFAE2B8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AF633B-3143-B8FC-6612-44FDF52A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4E860-C53C-5BDB-2390-F190D914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E1E5-4028-4BA3-96BB-BBE509918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3116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A0B7-B272-DC8E-3469-0233F85D9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D59C3-B714-192F-8D42-2AA5AE9BA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CE55D-FA6C-2292-06CE-5FC89B608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F64DF-24D9-86D1-07D2-9F71AA77F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F67A-62CA-4DDC-A046-F372DFAE2B8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6F2CD-15A3-45C4-DB40-674235CC1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1FEB6-780E-7E0E-FC1F-079947DD0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E1E5-4028-4BA3-96BB-BBE509918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6417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98D48-200D-5FF9-077A-C1B6D09AA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55D608-7A5B-E983-8AB9-391748FD6E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71AD0-8F7A-D9B3-4351-7F1431FE2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95A69-C70A-1489-5059-BE1B2F2B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F67A-62CA-4DDC-A046-F372DFAE2B8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0814B-5800-9E8F-986A-7FA0C6829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0DE0E-B240-FDE7-51E4-3BC3DE367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E1E5-4028-4BA3-96BB-BBE509918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3793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A0F3-C371-413A-FBF7-7AEFCF12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C18E4-D942-992B-0461-51D33C9DC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5CCE-F777-B06B-335F-FBB2333E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F67A-62CA-4DDC-A046-F372DFAE2B8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50EF8-A3EA-8B8B-99BA-342FEE2AB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84F7A-4FD8-AE62-B3C3-CE7D6AA8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E1E5-4028-4BA3-96BB-BBE509918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3491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15E6C-4537-6529-6D02-B15C059B1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F7653-7A19-52BE-DBE3-381EC0485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FF2F4-2B56-E727-073C-8289B47A7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F67A-62CA-4DDC-A046-F372DFAE2B8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0AC21-F4EF-FEB8-A813-C4F5208DF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413AE-F105-C53B-76A9-5D5B4407C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E1E5-4028-4BA3-96BB-BBE509918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5970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C76C0-D04A-81AE-2DBE-499EC1BF6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C08EED-B17C-553C-9B12-E80643CDF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55BE4-BDA3-C743-8D12-74F7A55E3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59B1-4006-4042-AD24-656780DD3D38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A683C-17DD-D90D-374E-0BBFE129D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D0201-7750-CC4F-3770-17CD5A9A4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19E0D-EDC6-4F82-A68C-EEA16803E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4232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BEBB7-5D40-5FAD-2CDE-28DD92254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86C80-44BE-4359-4F09-6AB74D307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2EA11-699D-3582-5706-430E8BEEE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59B1-4006-4042-AD24-656780DD3D38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A60DB-565B-E794-B40C-FDB181F0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99F61-1A8C-F12B-209E-2E1FD8AFA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19E0D-EDC6-4F82-A68C-EEA16803E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7521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C7D0B-B0A8-8D4C-184D-2B7988F7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C37E7-9668-58B3-125A-4215E64F6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8E73D-482D-FFF8-BDD0-0578D8339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59B1-4006-4042-AD24-656780DD3D38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4183C-BC22-4DD6-BE81-D3AF2ECA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27CBA-AABC-48DC-41D6-F0419AE8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19E0D-EDC6-4F82-A68C-EEA16803E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5772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D97F3-4768-74D0-A262-15216A539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43C02-10DF-9EB2-0AA4-3B6F1DBC1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FE7EE-E4FF-A0DB-D40E-18D264E1E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D5470-CD5C-98BA-CEC8-BA9473319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59B1-4006-4042-AD24-656780DD3D38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16A94-6D43-95C6-82F3-5D4EEC0D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284C7-C608-3F59-7CA3-BF03023FB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19E0D-EDC6-4F82-A68C-EEA16803E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8855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2BF42-81D3-D5E0-2B74-261555DB3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42D15-C3E9-CF23-3ADE-A0EE01B07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F6F0D-CEEE-77AB-5878-0A12C8226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EE4CE3-58F3-0C99-5736-223E3D5A5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BA046-45E6-692C-22A5-DF902BB74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9C4FE7-E2D2-F693-591A-87F77DD8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59B1-4006-4042-AD24-656780DD3D38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1350B2-5561-FF84-1821-8DB543D17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98764F-DB98-7B05-A6CD-8084B261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19E0D-EDC6-4F82-A68C-EEA16803E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4537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F3D9-BD07-85DC-E5B0-410BA2349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4CD65-8C7B-D5C4-A760-44E95FBB7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59B1-4006-4042-AD24-656780DD3D38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F7DB31-AE47-4415-A040-A2F0EAC2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25DDA-043F-EA28-AF56-6AAEB75E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19E0D-EDC6-4F82-A68C-EEA16803E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341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7AB18-9F12-14F8-7ABB-8E817A0B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59B1-4006-4042-AD24-656780DD3D38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682F7D-D0F5-EB2F-B6E3-2102D10BB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C6155-663E-2E4E-CDFE-5179AFD8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19E0D-EDC6-4F82-A68C-EEA16803E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7904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263A6-B7C4-201F-1AC5-9A88D56B7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57171-24FC-CC13-D261-216453E6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145F8-D803-41E2-C8B5-A949175D2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7D0BF-E2A9-7A77-4C24-B7A8C5835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59B1-4006-4042-AD24-656780DD3D38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9EDE6-FF85-FECD-2D43-56B7FA1B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B48A2-3EB6-9B30-48D6-A8026266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19E0D-EDC6-4F82-A68C-EEA16803E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6034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59C80-C4BC-DB2B-73E4-8ABC3A5C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7DCFE1-1E5E-5F88-772E-177818EB6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60B09-1856-889B-9B4E-8D86B9735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11EA6-AB51-E398-1F8B-EFF4923E1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59B1-4006-4042-AD24-656780DD3D38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A95FF-ED43-80B9-AE6B-7194864B3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52E68-C096-18A5-83AA-A8C725654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19E0D-EDC6-4F82-A68C-EEA16803E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1919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93B3C-1C9C-B3C7-BB53-FD3AA055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A9472-3E83-260F-022A-86C687D6F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2E70A-4AE0-3849-A1C3-126714FAD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59B1-4006-4042-AD24-656780DD3D38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C57CB-B369-C1CE-559F-748EFF91F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8E84B-E504-57B6-BD57-72050BBEF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19E0D-EDC6-4F82-A68C-EEA16803E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1188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C25EF1-8E6C-15DB-B9F4-2321DDBF6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047EC-28C5-F869-CED9-BB2DF7B9D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B839B-1362-0C22-464F-404FDCE97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59B1-4006-4042-AD24-656780DD3D38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43584-819B-8ADA-C4EB-80ED1BA78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69C98-6E3C-63D3-0576-71EC961A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19E0D-EDC6-4F82-A68C-EEA16803E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07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80165F-20A6-7BC0-C019-0097393B5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D89F7-6BCC-99F0-7628-851F55F2E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43C1E-778C-B9B7-8DE4-687AD576F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68D5F-CFE0-4CED-BC45-36E4A5B57667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534E0-A0D6-DE59-5995-C2F30ABED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88F63-45E7-BFA8-658D-7259FE833894}"/>
              </a:ext>
            </a:extLst>
          </p:cNvPr>
          <p:cNvSpPr txBox="1"/>
          <p:nvPr userDrawn="1"/>
        </p:nvSpPr>
        <p:spPr>
          <a:xfrm rot="19197000">
            <a:off x="3861608" y="5218683"/>
            <a:ext cx="2522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Dharmesh Parmar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71910-6E7D-DEA9-C987-3C7F540C3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4F1047-7262-4B0F-9410-7888F7F26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69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0299BC-46A6-D039-F17F-3D0205396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2D58-6885-C01F-1159-390F783A2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6BD3-4A8E-96C3-C528-9C70D6D58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97C671-A7BC-4532-9763-6E3482E0BECF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68CF4-4345-23EA-D472-9F3CFE654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EFF14-3D93-82FF-9EE1-0881E0048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997FF-0E57-4577-9BB0-31F07FBC2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479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85B51-3A76-4807-1BD5-AAA19CA4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2D7E3-9939-5068-FE9F-C9A6AB02F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02511-4580-2196-B306-8FC101F0A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6F67A-62CA-4DDC-A046-F372DFAE2B8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06458-909E-F6D8-7EFF-19B422C11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67C24-E234-2C5B-431E-7AEC4DF5E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5E1E5-4028-4BA3-96BB-BBE509918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89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428A92-32E4-A523-41C6-F898FC5C4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EA657-AE83-7BE4-CCC2-FA5DDEFEB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E2AD6-6FA6-3F56-9D8A-2ACDBE444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559B1-4006-4042-AD24-656780DD3D38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F8A54-B357-D4FC-9837-22AC06760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4C8B3-F38D-940A-4EA7-8E0A428A9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19E0D-EDC6-4F82-A68C-EEA16803E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8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72D49-F98F-0F43-665E-9C83C54A2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6281928" cy="41354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6100" b="1" kern="1200" dirty="0">
                <a:latin typeface="+mj-lt"/>
                <a:ea typeface="+mj-ea"/>
                <a:cs typeface="+mj-cs"/>
              </a:rPr>
              <a:t>Ecommerce Sales Data Analysis and Business Growth Insights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40" y="1031285"/>
            <a:ext cx="3647661" cy="4436127"/>
          </a:xfrm>
          <a:custGeom>
            <a:avLst/>
            <a:gdLst>
              <a:gd name="connsiteX0" fmla="*/ 0 w 3647661"/>
              <a:gd name="connsiteY0" fmla="*/ 0 h 4436127"/>
              <a:gd name="connsiteX1" fmla="*/ 498514 w 3647661"/>
              <a:gd name="connsiteY1" fmla="*/ 0 h 4436127"/>
              <a:gd name="connsiteX2" fmla="*/ 1069981 w 3647661"/>
              <a:gd name="connsiteY2" fmla="*/ 0 h 4436127"/>
              <a:gd name="connsiteX3" fmla="*/ 1714401 w 3647661"/>
              <a:gd name="connsiteY3" fmla="*/ 0 h 4436127"/>
              <a:gd name="connsiteX4" fmla="*/ 2285868 w 3647661"/>
              <a:gd name="connsiteY4" fmla="*/ 0 h 4436127"/>
              <a:gd name="connsiteX5" fmla="*/ 2784381 w 3647661"/>
              <a:gd name="connsiteY5" fmla="*/ 0 h 4436127"/>
              <a:gd name="connsiteX6" fmla="*/ 3647661 w 3647661"/>
              <a:gd name="connsiteY6" fmla="*/ 0 h 4436127"/>
              <a:gd name="connsiteX7" fmla="*/ 3647661 w 3647661"/>
              <a:gd name="connsiteY7" fmla="*/ 633732 h 4436127"/>
              <a:gd name="connsiteX8" fmla="*/ 3647661 w 3647661"/>
              <a:gd name="connsiteY8" fmla="*/ 1267465 h 4436127"/>
              <a:gd name="connsiteX9" fmla="*/ 3647661 w 3647661"/>
              <a:gd name="connsiteY9" fmla="*/ 1768113 h 4436127"/>
              <a:gd name="connsiteX10" fmla="*/ 3647661 w 3647661"/>
              <a:gd name="connsiteY10" fmla="*/ 2446207 h 4436127"/>
              <a:gd name="connsiteX11" fmla="*/ 3647661 w 3647661"/>
              <a:gd name="connsiteY11" fmla="*/ 2946856 h 4436127"/>
              <a:gd name="connsiteX12" fmla="*/ 3647661 w 3647661"/>
              <a:gd name="connsiteY12" fmla="*/ 3580588 h 4436127"/>
              <a:gd name="connsiteX13" fmla="*/ 3647661 w 3647661"/>
              <a:gd name="connsiteY13" fmla="*/ 4436127 h 4436127"/>
              <a:gd name="connsiteX14" fmla="*/ 3039718 w 3647661"/>
              <a:gd name="connsiteY14" fmla="*/ 4436127 h 4436127"/>
              <a:gd name="connsiteX15" fmla="*/ 2431774 w 3647661"/>
              <a:gd name="connsiteY15" fmla="*/ 4436127 h 4436127"/>
              <a:gd name="connsiteX16" fmla="*/ 1823831 w 3647661"/>
              <a:gd name="connsiteY16" fmla="*/ 4436127 h 4436127"/>
              <a:gd name="connsiteX17" fmla="*/ 1288840 w 3647661"/>
              <a:gd name="connsiteY17" fmla="*/ 4436127 h 4436127"/>
              <a:gd name="connsiteX18" fmla="*/ 607943 w 3647661"/>
              <a:gd name="connsiteY18" fmla="*/ 4436127 h 4436127"/>
              <a:gd name="connsiteX19" fmla="*/ 0 w 3647661"/>
              <a:gd name="connsiteY19" fmla="*/ 4436127 h 4436127"/>
              <a:gd name="connsiteX20" fmla="*/ 0 w 3647661"/>
              <a:gd name="connsiteY20" fmla="*/ 3758033 h 4436127"/>
              <a:gd name="connsiteX21" fmla="*/ 0 w 3647661"/>
              <a:gd name="connsiteY21" fmla="*/ 3035578 h 4436127"/>
              <a:gd name="connsiteX22" fmla="*/ 0 w 3647661"/>
              <a:gd name="connsiteY22" fmla="*/ 2401846 h 4436127"/>
              <a:gd name="connsiteX23" fmla="*/ 0 w 3647661"/>
              <a:gd name="connsiteY23" fmla="*/ 1768113 h 4436127"/>
              <a:gd name="connsiteX24" fmla="*/ 0 w 3647661"/>
              <a:gd name="connsiteY24" fmla="*/ 1178742 h 4436127"/>
              <a:gd name="connsiteX25" fmla="*/ 0 w 3647661"/>
              <a:gd name="connsiteY25" fmla="*/ 589371 h 4436127"/>
              <a:gd name="connsiteX26" fmla="*/ 0 w 3647661"/>
              <a:gd name="connsiteY26" fmla="*/ 0 h 4436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47661" h="4436127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8083" y="2707090"/>
                  <a:pt x="3647661" y="2946856"/>
                </a:cubicBezTo>
                <a:cubicBezTo>
                  <a:pt x="3647239" y="3186622"/>
                  <a:pt x="3664319" y="3290222"/>
                  <a:pt x="3647661" y="3580588"/>
                </a:cubicBezTo>
                <a:cubicBezTo>
                  <a:pt x="3631003" y="3870954"/>
                  <a:pt x="3617531" y="4259426"/>
                  <a:pt x="3647661" y="4436127"/>
                </a:cubicBezTo>
                <a:cubicBezTo>
                  <a:pt x="3523929" y="4410413"/>
                  <a:pt x="3241413" y="4436069"/>
                  <a:pt x="3039718" y="4436127"/>
                </a:cubicBezTo>
                <a:cubicBezTo>
                  <a:pt x="2838023" y="4436185"/>
                  <a:pt x="2630387" y="4431143"/>
                  <a:pt x="2431774" y="4436127"/>
                </a:cubicBezTo>
                <a:cubicBezTo>
                  <a:pt x="2233161" y="4441111"/>
                  <a:pt x="2003296" y="4449827"/>
                  <a:pt x="1823831" y="4436127"/>
                </a:cubicBezTo>
                <a:cubicBezTo>
                  <a:pt x="1644366" y="4422427"/>
                  <a:pt x="1399453" y="4442443"/>
                  <a:pt x="1288840" y="4436127"/>
                </a:cubicBezTo>
                <a:cubicBezTo>
                  <a:pt x="1178227" y="4429811"/>
                  <a:pt x="793482" y="4411100"/>
                  <a:pt x="607943" y="4436127"/>
                </a:cubicBezTo>
                <a:cubicBezTo>
                  <a:pt x="422404" y="4461154"/>
                  <a:pt x="158703" y="4453092"/>
                  <a:pt x="0" y="4436127"/>
                </a:cubicBezTo>
                <a:cubicBezTo>
                  <a:pt x="8129" y="4099467"/>
                  <a:pt x="23502" y="4014013"/>
                  <a:pt x="0" y="3758033"/>
                </a:cubicBezTo>
                <a:cubicBezTo>
                  <a:pt x="-23502" y="3502053"/>
                  <a:pt x="4688" y="3297034"/>
                  <a:pt x="0" y="3035578"/>
                </a:cubicBezTo>
                <a:cubicBezTo>
                  <a:pt x="-4688" y="2774122"/>
                  <a:pt x="-2770" y="2595192"/>
                  <a:pt x="0" y="2401846"/>
                </a:cubicBezTo>
                <a:cubicBezTo>
                  <a:pt x="2770" y="2208500"/>
                  <a:pt x="5729" y="1982678"/>
                  <a:pt x="0" y="1768113"/>
                </a:cubicBezTo>
                <a:cubicBezTo>
                  <a:pt x="-5729" y="1553548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7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22328" y="2877645"/>
                  <a:pt x="3647661" y="3124301"/>
                </a:cubicBezTo>
                <a:cubicBezTo>
                  <a:pt x="3672994" y="3370957"/>
                  <a:pt x="3677361" y="3519723"/>
                  <a:pt x="3647661" y="3758033"/>
                </a:cubicBezTo>
                <a:cubicBezTo>
                  <a:pt x="3617961" y="3996343"/>
                  <a:pt x="3615180" y="4147466"/>
                  <a:pt x="3647661" y="4436127"/>
                </a:cubicBezTo>
                <a:cubicBezTo>
                  <a:pt x="3506685" y="4421970"/>
                  <a:pt x="3266652" y="4433619"/>
                  <a:pt x="3149147" y="4436127"/>
                </a:cubicBezTo>
                <a:cubicBezTo>
                  <a:pt x="3031642" y="4438635"/>
                  <a:pt x="2832267" y="4432537"/>
                  <a:pt x="2650634" y="4436127"/>
                </a:cubicBezTo>
                <a:cubicBezTo>
                  <a:pt x="2469001" y="4439717"/>
                  <a:pt x="2324677" y="4416285"/>
                  <a:pt x="2042690" y="4436127"/>
                </a:cubicBezTo>
                <a:cubicBezTo>
                  <a:pt x="1760703" y="4455969"/>
                  <a:pt x="1686949" y="4416100"/>
                  <a:pt x="1398270" y="4436127"/>
                </a:cubicBezTo>
                <a:cubicBezTo>
                  <a:pt x="1109591" y="4456154"/>
                  <a:pt x="1071585" y="4455486"/>
                  <a:pt x="899756" y="4436127"/>
                </a:cubicBezTo>
                <a:cubicBezTo>
                  <a:pt x="727927" y="4416768"/>
                  <a:pt x="344407" y="4430464"/>
                  <a:pt x="0" y="4436127"/>
                </a:cubicBezTo>
                <a:cubicBezTo>
                  <a:pt x="5440" y="4303019"/>
                  <a:pt x="91" y="4161915"/>
                  <a:pt x="0" y="3891117"/>
                </a:cubicBezTo>
                <a:cubicBezTo>
                  <a:pt x="-91" y="3620319"/>
                  <a:pt x="-11601" y="3462295"/>
                  <a:pt x="0" y="3301746"/>
                </a:cubicBezTo>
                <a:cubicBezTo>
                  <a:pt x="11601" y="3141197"/>
                  <a:pt x="22776" y="2916997"/>
                  <a:pt x="0" y="2756736"/>
                </a:cubicBezTo>
                <a:cubicBezTo>
                  <a:pt x="-22776" y="2596475"/>
                  <a:pt x="1020" y="2444258"/>
                  <a:pt x="0" y="2256087"/>
                </a:cubicBezTo>
                <a:cubicBezTo>
                  <a:pt x="-1020" y="2067916"/>
                  <a:pt x="20189" y="1902567"/>
                  <a:pt x="0" y="1666716"/>
                </a:cubicBezTo>
                <a:cubicBezTo>
                  <a:pt x="-20189" y="1430865"/>
                  <a:pt x="-16146" y="1156061"/>
                  <a:pt x="0" y="988623"/>
                </a:cubicBezTo>
                <a:cubicBezTo>
                  <a:pt x="16146" y="821185"/>
                  <a:pt x="16972" y="40942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7F24E-2BEF-5125-7F76-0DFE059F1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8115" y="1232454"/>
            <a:ext cx="3200400" cy="38509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1" algn="l"/>
            <a:r>
              <a:rPr lang="en-US" b="1" i="0" u="none" strike="noStrike" baseline="0" dirty="0">
                <a:solidFill>
                  <a:srgbClr val="FFFFFF"/>
                </a:solidFill>
              </a:rPr>
              <a:t>Objective</a:t>
            </a:r>
            <a:r>
              <a:rPr lang="en-US" b="0" i="0" u="none" strike="noStrike" baseline="0" dirty="0">
                <a:solidFill>
                  <a:srgbClr val="FFFFFF"/>
                </a:solidFill>
              </a:rPr>
              <a:t>: To analyze the sales and profit data of the ecommerce platform across different time periods, categories, sub-categories, and customer segments to support business decisions and growth.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9"/>
            <a:ext cx="6281928" cy="18288"/>
          </a:xfrm>
          <a:custGeom>
            <a:avLst/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B43EFA-55A7-D990-4C25-55CF5894C1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118252" y="6422187"/>
            <a:ext cx="182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By Dharmesh Parmar</a:t>
            </a:r>
          </a:p>
        </p:txBody>
      </p:sp>
    </p:spTree>
    <p:extLst>
      <p:ext uri="{BB962C8B-B14F-4D97-AF65-F5344CB8AC3E}">
        <p14:creationId xmlns:p14="http://schemas.microsoft.com/office/powerpoint/2010/main" val="1125052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9" cy="46199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6D665-C403-DD61-1D76-EA44C83FE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3" y="1396687"/>
            <a:ext cx="3240507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Objectives &amp; Questions Covered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1" y="941149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9" y="4780993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12B1B96-2C23-522E-15D0-94E124096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0154" y="1526034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300" b="1"/>
              <a:t>Project Objectives</a:t>
            </a:r>
            <a:r>
              <a:rPr lang="en-US" sz="1300"/>
              <a:t>:</a:t>
            </a:r>
          </a:p>
          <a:p>
            <a:pPr lvl="1"/>
            <a:r>
              <a:rPr lang="en-US" sz="1300"/>
              <a:t>Analyze sales and profit data across various dimensions (time, categories, segments).</a:t>
            </a:r>
          </a:p>
          <a:p>
            <a:pPr lvl="1"/>
            <a:r>
              <a:rPr lang="en-US" sz="1300"/>
              <a:t>Identify trends and actionable insights for business growth.</a:t>
            </a:r>
          </a:p>
          <a:p>
            <a:pPr lvl="1"/>
            <a:r>
              <a:rPr lang="en-US" sz="1300"/>
              <a:t>Provide recommendations to optimize sales strategies and profitability.</a:t>
            </a:r>
          </a:p>
          <a:p>
            <a:r>
              <a:rPr lang="en-US" sz="1300" b="1"/>
              <a:t>Key Questions</a:t>
            </a:r>
            <a:r>
              <a:rPr lang="en-US" sz="1300"/>
              <a:t>:</a:t>
            </a:r>
          </a:p>
          <a:p>
            <a:pPr lvl="1"/>
            <a:r>
              <a:rPr lang="en-US" sz="1300"/>
              <a:t>Monthly Sales Analysis</a:t>
            </a:r>
          </a:p>
          <a:p>
            <a:pPr lvl="1"/>
            <a:r>
              <a:rPr lang="en-US" sz="1300"/>
              <a:t>Sales by Category &amp; Sub-Category</a:t>
            </a:r>
          </a:p>
          <a:p>
            <a:pPr lvl="1"/>
            <a:r>
              <a:rPr lang="en-US" sz="1300"/>
              <a:t>Monthly Profit Analysis</a:t>
            </a:r>
          </a:p>
          <a:p>
            <a:pPr lvl="1"/>
            <a:r>
              <a:rPr lang="en-US" sz="1300"/>
              <a:t>Profit Analysis by Category &amp; Sub-Category</a:t>
            </a:r>
          </a:p>
          <a:p>
            <a:pPr lvl="1"/>
            <a:r>
              <a:rPr lang="en-US" sz="1300"/>
              <a:t>Sales and Profit by Customer Segment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7987E-D0F2-917F-AF1E-D7FFDB67E08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069090" y="6437679"/>
            <a:ext cx="182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By Dharmesh Parmar</a:t>
            </a:r>
          </a:p>
        </p:txBody>
      </p:sp>
    </p:spTree>
    <p:extLst>
      <p:ext uri="{BB962C8B-B14F-4D97-AF65-F5344CB8AC3E}">
        <p14:creationId xmlns:p14="http://schemas.microsoft.com/office/powerpoint/2010/main" val="4255699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mpty orange chairs forming a circle">
            <a:extLst>
              <a:ext uri="{FF2B5EF4-FFF2-40B4-BE49-F238E27FC236}">
                <a16:creationId xmlns:a16="http://schemas.microsoft.com/office/drawing/2014/main" id="{AB9C087D-8B7B-DB7B-782C-93E4F34155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72" r="33445" b="2"/>
          <a:stretch/>
        </p:blipFill>
        <p:spPr>
          <a:xfrm>
            <a:off x="-1" y="0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3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2266B-D40D-0D07-9A22-59531C48A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6"/>
            <a:ext cx="5464968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Key Insights - Sales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FA3BD-17BA-DA5B-0122-2DB3AA476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5318" y="2743201"/>
            <a:ext cx="5247340" cy="34968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/>
              <a:t>Monthly Sales Analysis</a:t>
            </a:r>
            <a:r>
              <a:rPr lang="en-US" sz="1700"/>
              <a:t>:</a:t>
            </a:r>
          </a:p>
          <a:p>
            <a:pPr lvl="1"/>
            <a:r>
              <a:rPr lang="en-US" sz="1700"/>
              <a:t>Sales lowest at the start of the year, rise in March, and peak in October and November (strong seasonality).</a:t>
            </a:r>
          </a:p>
          <a:p>
            <a:r>
              <a:rPr lang="en-US" sz="1700" b="1"/>
              <a:t>Sales by Category</a:t>
            </a:r>
            <a:r>
              <a:rPr lang="en-US" sz="1700"/>
              <a:t>:</a:t>
            </a:r>
          </a:p>
          <a:p>
            <a:pPr lvl="1"/>
            <a:r>
              <a:rPr lang="en-US" sz="1700"/>
              <a:t>Technology: 36.4%</a:t>
            </a:r>
          </a:p>
          <a:p>
            <a:pPr lvl="1"/>
            <a:r>
              <a:rPr lang="en-US" sz="1700"/>
              <a:t>Furniture: 32.3%</a:t>
            </a:r>
          </a:p>
          <a:p>
            <a:pPr lvl="1"/>
            <a:r>
              <a:rPr lang="en-US" sz="1700"/>
              <a:t>Office Supplies: 31.3%</a:t>
            </a:r>
          </a:p>
          <a:p>
            <a:r>
              <a:rPr lang="en-US" sz="1700" b="1"/>
              <a:t>Sales by Sub-Category</a:t>
            </a:r>
            <a:r>
              <a:rPr lang="en-US" sz="1700"/>
              <a:t>:</a:t>
            </a:r>
          </a:p>
          <a:p>
            <a:pPr lvl="1"/>
            <a:r>
              <a:rPr lang="en-US" sz="1700"/>
              <a:t>Top Performers: Phones, Chairs</a:t>
            </a:r>
          </a:p>
          <a:p>
            <a:pPr lvl="1"/>
            <a:r>
              <a:rPr lang="en-US" sz="1700"/>
              <a:t>Low Performers: Envelopes, Fasteners, 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27B6B-61B1-1506-1032-49A2FDFA35A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118252" y="6422187"/>
            <a:ext cx="182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By Dharmesh Parmar</a:t>
            </a:r>
          </a:p>
        </p:txBody>
      </p:sp>
    </p:spTree>
    <p:extLst>
      <p:ext uri="{BB962C8B-B14F-4D97-AF65-F5344CB8AC3E}">
        <p14:creationId xmlns:p14="http://schemas.microsoft.com/office/powerpoint/2010/main" val="76747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26D1E3-799D-F52F-3B22-5B25BCC4A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Insights - Profit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1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E0235A2A-0F96-7D90-EEAE-7C41ACDD29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4440250"/>
              </p:ext>
            </p:extLst>
          </p:nvPr>
        </p:nvGraphicFramePr>
        <p:xfrm>
          <a:off x="838200" y="1800911"/>
          <a:ext cx="10515600" cy="4351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9181ED1-CE4A-2B1A-B423-1A67894173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118252" y="6422187"/>
            <a:ext cx="182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By Dharmesh Parmar</a:t>
            </a:r>
          </a:p>
        </p:txBody>
      </p:sp>
    </p:spTree>
    <p:extLst>
      <p:ext uri="{BB962C8B-B14F-4D97-AF65-F5344CB8AC3E}">
        <p14:creationId xmlns:p14="http://schemas.microsoft.com/office/powerpoint/2010/main" val="2270975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C1E071-3B8D-FE0E-A329-5E59BFE07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73771"/>
            <a:ext cx="3644489" cy="24144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Conclusion &amp;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A68ED-DF50-F8AB-24E9-C1AE14401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9" y="882317"/>
            <a:ext cx="5254755" cy="529464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900" b="1"/>
              <a:t>Conclusions</a:t>
            </a:r>
            <a:r>
              <a:rPr lang="en-US" sz="1900"/>
              <a:t>:</a:t>
            </a:r>
          </a:p>
          <a:p>
            <a:pPr lvl="1"/>
            <a:r>
              <a:rPr lang="en-US" sz="1900"/>
              <a:t>Q4 is the most profitable period—focus marketing efforts and inventory for this season.</a:t>
            </a:r>
          </a:p>
          <a:p>
            <a:pPr lvl="1"/>
            <a:r>
              <a:rPr lang="en-US" sz="1900"/>
              <a:t>Technology products are the highest performers—prioritize investment.</a:t>
            </a:r>
          </a:p>
          <a:p>
            <a:pPr lvl="1"/>
            <a:r>
              <a:rPr lang="en-US" sz="1900"/>
              <a:t>Consumer segment generates the highest sales and profit—expand strategies for growth.</a:t>
            </a:r>
          </a:p>
          <a:p>
            <a:pPr lvl="1"/>
            <a:r>
              <a:rPr lang="en-US" sz="1900" b="1"/>
              <a:t>Recommendations</a:t>
            </a:r>
            <a:r>
              <a:rPr lang="en-US" sz="1900"/>
              <a:t>:</a:t>
            </a:r>
          </a:p>
          <a:p>
            <a:pPr lvl="1"/>
            <a:r>
              <a:rPr lang="en-US" sz="1900"/>
              <a:t>Optimize inventory and marketing for peak sales periods (Q4).</a:t>
            </a:r>
          </a:p>
          <a:p>
            <a:pPr lvl="1"/>
            <a:r>
              <a:rPr lang="en-US" sz="1900"/>
              <a:t>Focus on Technology and high-profit sub-categories like Copiers, Phones, and Chairs.</a:t>
            </a:r>
          </a:p>
          <a:p>
            <a:pPr lvl="1"/>
            <a:r>
              <a:rPr lang="en-US" sz="1900"/>
              <a:t>Investigate opportunities to boost sales and profits in Corporate and Home Office segments.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A4928-4C63-832E-F59B-FDFFAAB663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118252" y="6422187"/>
            <a:ext cx="182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By Dharmesh Parmar</a:t>
            </a:r>
          </a:p>
        </p:txBody>
      </p:sp>
    </p:spTree>
    <p:extLst>
      <p:ext uri="{BB962C8B-B14F-4D97-AF65-F5344CB8AC3E}">
        <p14:creationId xmlns:p14="http://schemas.microsoft.com/office/powerpoint/2010/main" val="3212303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2"/>
            <a:ext cx="8522447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6C97E5-CBB8-FC86-0F5B-9D201BAC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/>
              <a:t>Thank You</a:t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B3097-7853-8559-83DD-401B86DA5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4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189" lvl="1"/>
            <a:endParaRPr lang="en-US" sz="2000" b="1" dirty="0"/>
          </a:p>
          <a:p>
            <a:pPr lvl="1"/>
            <a:r>
              <a:rPr lang="en-US" sz="2000" b="1" dirty="0"/>
              <a:t>Project by Dharmesh Parmar</a:t>
            </a:r>
          </a:p>
          <a:p>
            <a:pPr marL="457189" lvl="1"/>
            <a:endParaRPr lang="en-US" sz="2000" b="1" dirty="0"/>
          </a:p>
          <a:p>
            <a:pPr lvl="1"/>
            <a:r>
              <a:rPr lang="en-US" sz="2000" b="1"/>
              <a:t>Contact Information:</a:t>
            </a:r>
            <a:br>
              <a:rPr lang="en-US" sz="2000" b="1"/>
            </a:br>
            <a:r>
              <a:rPr lang="en-US" sz="2000" b="1"/>
              <a:t>For inquiries or further discussion:</a:t>
            </a:r>
            <a:br>
              <a:rPr lang="en-US" sz="2000" b="1"/>
            </a:br>
            <a:r>
              <a:rPr lang="en-US" sz="2000" b="1"/>
              <a:t>Email: dhparmar2119@gmail.com</a:t>
            </a:r>
          </a:p>
        </p:txBody>
      </p:sp>
      <p:pic>
        <p:nvPicPr>
          <p:cNvPr id="5" name="Picture 4" descr="Colourful envelopes">
            <a:extLst>
              <a:ext uri="{FF2B5EF4-FFF2-40B4-BE49-F238E27FC236}">
                <a16:creationId xmlns:a16="http://schemas.microsoft.com/office/drawing/2014/main" id="{57EDFACA-EF3D-9F8D-CADA-8E350EE88B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34" r="19465" b="-2"/>
          <a:stretch/>
        </p:blipFill>
        <p:spPr>
          <a:xfrm>
            <a:off x="6096000" y="0"/>
            <a:ext cx="610282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DF1DC6-EC8A-A56C-76B5-97913D63DC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118252" y="6422187"/>
            <a:ext cx="182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By Dharmesh Parmar</a:t>
            </a:r>
          </a:p>
        </p:txBody>
      </p:sp>
    </p:spTree>
    <p:extLst>
      <p:ext uri="{BB962C8B-B14F-4D97-AF65-F5344CB8AC3E}">
        <p14:creationId xmlns:p14="http://schemas.microsoft.com/office/powerpoint/2010/main" val="2667586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370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1_Custom Design</vt:lpstr>
      <vt:lpstr>2_Custom Design</vt:lpstr>
      <vt:lpstr>3_Custom Design</vt:lpstr>
      <vt:lpstr>Ecommerce Sales Data Analysis and Business Growth Insights</vt:lpstr>
      <vt:lpstr>Project Objectives &amp; Questions Covered</vt:lpstr>
      <vt:lpstr>Key Insights - Sales Analysis</vt:lpstr>
      <vt:lpstr>Key Insights - Profit Analysis</vt:lpstr>
      <vt:lpstr>Conclusion &amp; Recommendations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Dharmesh Parmar</dc:creator>
  <cp:lastModifiedBy>Dharmesh Parmar</cp:lastModifiedBy>
  <cp:revision>1</cp:revision>
  <dcterms:created xsi:type="dcterms:W3CDTF">2025-04-23T15:43:34Z</dcterms:created>
  <dcterms:modified xsi:type="dcterms:W3CDTF">2025-04-29T17:05:16Z</dcterms:modified>
</cp:coreProperties>
</file>